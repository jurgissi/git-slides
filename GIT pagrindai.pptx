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6"/>
  </p:notesMasterIdLst>
  <p:handoutMasterIdLst>
    <p:handoutMasterId r:id="rId57"/>
  </p:handoutMasterIdLst>
  <p:sldIdLst>
    <p:sldId id="259" r:id="rId5"/>
    <p:sldId id="265" r:id="rId6"/>
    <p:sldId id="317" r:id="rId7"/>
    <p:sldId id="319" r:id="rId8"/>
    <p:sldId id="318" r:id="rId9"/>
    <p:sldId id="320" r:id="rId10"/>
    <p:sldId id="350" r:id="rId11"/>
    <p:sldId id="321" r:id="rId12"/>
    <p:sldId id="368" r:id="rId13"/>
    <p:sldId id="325" r:id="rId14"/>
    <p:sldId id="324" r:id="rId15"/>
    <p:sldId id="328" r:id="rId16"/>
    <p:sldId id="327" r:id="rId17"/>
    <p:sldId id="334" r:id="rId18"/>
    <p:sldId id="351" r:id="rId19"/>
    <p:sldId id="336" r:id="rId20"/>
    <p:sldId id="366" r:id="rId21"/>
    <p:sldId id="267" r:id="rId22"/>
    <p:sldId id="266" r:id="rId23"/>
    <p:sldId id="316" r:id="rId24"/>
    <p:sldId id="338" r:id="rId25"/>
    <p:sldId id="344" r:id="rId26"/>
    <p:sldId id="339" r:id="rId27"/>
    <p:sldId id="340" r:id="rId28"/>
    <p:sldId id="369" r:id="rId29"/>
    <p:sldId id="370" r:id="rId30"/>
    <p:sldId id="341" r:id="rId31"/>
    <p:sldId id="352" r:id="rId32"/>
    <p:sldId id="353" r:id="rId33"/>
    <p:sldId id="342" r:id="rId34"/>
    <p:sldId id="343" r:id="rId35"/>
    <p:sldId id="364" r:id="rId36"/>
    <p:sldId id="363" r:id="rId37"/>
    <p:sldId id="365" r:id="rId38"/>
    <p:sldId id="346" r:id="rId39"/>
    <p:sldId id="367" r:id="rId40"/>
    <p:sldId id="310" r:id="rId41"/>
    <p:sldId id="305" r:id="rId42"/>
    <p:sldId id="306" r:id="rId43"/>
    <p:sldId id="371" r:id="rId44"/>
    <p:sldId id="354" r:id="rId45"/>
    <p:sldId id="359" r:id="rId46"/>
    <p:sldId id="307" r:id="rId47"/>
    <p:sldId id="355" r:id="rId48"/>
    <p:sldId id="348" r:id="rId49"/>
    <p:sldId id="356" r:id="rId50"/>
    <p:sldId id="362" r:id="rId51"/>
    <p:sldId id="357" r:id="rId52"/>
    <p:sldId id="358" r:id="rId53"/>
    <p:sldId id="360" r:id="rId54"/>
    <p:sldId id="361"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54">
          <p15:clr>
            <a:srgbClr val="A4A3A4"/>
          </p15:clr>
        </p15:guide>
        <p15:guide id="2" orient="horz" pos="114">
          <p15:clr>
            <a:srgbClr val="A4A3A4"/>
          </p15:clr>
        </p15:guide>
        <p15:guide id="3" orient="horz" pos="569">
          <p15:clr>
            <a:srgbClr val="A4A3A4"/>
          </p15:clr>
        </p15:guide>
        <p15:guide id="4" orient="horz" pos="1157">
          <p15:clr>
            <a:srgbClr val="A4A3A4"/>
          </p15:clr>
        </p15:guide>
        <p15:guide id="5" orient="horz" pos="3743">
          <p15:clr>
            <a:srgbClr val="A4A3A4"/>
          </p15:clr>
        </p15:guide>
        <p15:guide id="6" orient="horz" pos="3900">
          <p15:clr>
            <a:srgbClr val="A4A3A4"/>
          </p15:clr>
        </p15:guide>
        <p15:guide id="7" orient="horz" pos="4016">
          <p15:clr>
            <a:srgbClr val="A4A3A4"/>
          </p15:clr>
        </p15:guide>
        <p15:guide id="8" orient="horz" pos="4207">
          <p15:clr>
            <a:srgbClr val="A4A3A4"/>
          </p15:clr>
        </p15:guide>
        <p15:guide id="9" orient="horz" pos="1111">
          <p15:clr>
            <a:srgbClr val="A4A3A4"/>
          </p15:clr>
        </p15:guide>
        <p15:guide id="10" pos="114">
          <p15:clr>
            <a:srgbClr val="A4A3A4"/>
          </p15:clr>
        </p15:guide>
        <p15:guide id="11" pos="496">
          <p15:clr>
            <a:srgbClr val="A4A3A4"/>
          </p15:clr>
        </p15:guide>
        <p15:guide id="12" pos="1652">
          <p15:clr>
            <a:srgbClr val="A4A3A4"/>
          </p15:clr>
        </p15:guide>
        <p15:guide id="13" pos="1402">
          <p15:clr>
            <a:srgbClr val="A4A3A4"/>
          </p15:clr>
        </p15:guide>
        <p15:guide id="14" pos="2559">
          <p15:clr>
            <a:srgbClr val="A4A3A4"/>
          </p15:clr>
        </p15:guide>
        <p15:guide id="15" pos="2808">
          <p15:clr>
            <a:srgbClr val="A4A3A4"/>
          </p15:clr>
        </p15:guide>
        <p15:guide id="16" pos="3715">
          <p15:clr>
            <a:srgbClr val="A4A3A4"/>
          </p15:clr>
        </p15:guide>
        <p15:guide id="17" pos="3964">
          <p15:clr>
            <a:srgbClr val="A4A3A4"/>
          </p15:clr>
        </p15:guide>
        <p15:guide id="18" pos="4871">
          <p15:clr>
            <a:srgbClr val="A4A3A4"/>
          </p15:clr>
        </p15:guide>
        <p15:guide id="19" pos="5121">
          <p15:clr>
            <a:srgbClr val="A4A3A4"/>
          </p15:clr>
        </p15:guide>
        <p15:guide id="20" pos="6028">
          <p15:clr>
            <a:srgbClr val="A4A3A4"/>
          </p15:clr>
        </p15:guide>
        <p15:guide id="21" pos="6278">
          <p15:clr>
            <a:srgbClr val="A4A3A4"/>
          </p15:clr>
        </p15:guide>
        <p15:guide id="22" pos="7185">
          <p15:clr>
            <a:srgbClr val="A4A3A4"/>
          </p15:clr>
        </p15:guide>
        <p15:guide id="23" pos="756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EFE5"/>
    <a:srgbClr val="E5F5ED"/>
    <a:srgbClr val="F9E7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5349" autoAdjust="0"/>
  </p:normalViewPr>
  <p:slideViewPr>
    <p:cSldViewPr snapToGrid="0" showGuides="1">
      <p:cViewPr varScale="1">
        <p:scale>
          <a:sx n="98" d="100"/>
          <a:sy n="98" d="100"/>
        </p:scale>
        <p:origin x="1014" y="90"/>
      </p:cViewPr>
      <p:guideLst>
        <p:guide orient="horz" pos="454"/>
        <p:guide orient="horz" pos="114"/>
        <p:guide orient="horz" pos="569"/>
        <p:guide orient="horz" pos="1157"/>
        <p:guide orient="horz" pos="3743"/>
        <p:guide orient="horz" pos="3900"/>
        <p:guide orient="horz" pos="4016"/>
        <p:guide orient="horz" pos="4207"/>
        <p:guide orient="horz" pos="1111"/>
        <p:guide pos="114"/>
        <p:guide pos="496"/>
        <p:guide pos="1652"/>
        <p:guide pos="1402"/>
        <p:guide pos="2559"/>
        <p:guide pos="2808"/>
        <p:guide pos="3715"/>
        <p:guide pos="3964"/>
        <p:guide pos="4871"/>
        <p:guide pos="5121"/>
        <p:guide pos="6028"/>
        <p:guide pos="6278"/>
        <p:guide pos="7185"/>
        <p:guide pos="7568"/>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88" d="100"/>
          <a:sy n="88" d="100"/>
        </p:scale>
        <p:origin x="-3786" y="-12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handoutMaster" Target="handoutMasters/handoutMaster1.xml"/><Relationship Id="rId61"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5"/>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sz="1000"/>
          </a:p>
        </p:txBody>
      </p:sp>
      <p:sp>
        <p:nvSpPr>
          <p:cNvPr id="7" name="Slide Number Placeholder 6"/>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D8382C0-1D05-4229-918E-CDD7B7E48B4A}" type="slidenum">
              <a:rPr lang="en-GB" sz="1000" smtClean="0"/>
              <a:t>‹#›</a:t>
            </a:fld>
            <a:endParaRPr lang="en-GB" sz="1000"/>
          </a:p>
        </p:txBody>
      </p:sp>
      <p:sp>
        <p:nvSpPr>
          <p:cNvPr id="8" name="Date Placeholder 7"/>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3F6AEEE-E778-402E-8B8F-9A98AED26EB8}" type="datetimeFigureOut">
              <a:rPr lang="en-GB" sz="1000" smtClean="0"/>
              <a:t>03/02/2021</a:t>
            </a:fld>
            <a:endParaRPr lang="en-GB" sz="1000"/>
          </a:p>
        </p:txBody>
      </p:sp>
      <p:sp>
        <p:nvSpPr>
          <p:cNvPr id="9" name="Header Placeholder 8"/>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sz="1000" dirty="0"/>
          </a:p>
        </p:txBody>
      </p:sp>
    </p:spTree>
    <p:extLst>
      <p:ext uri="{BB962C8B-B14F-4D97-AF65-F5344CB8AC3E}">
        <p14:creationId xmlns:p14="http://schemas.microsoft.com/office/powerpoint/2010/main" val="13947997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Notes Placeholder 7"/>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Date Placeholder 8"/>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000"/>
            </a:lvl1pPr>
          </a:lstStyle>
          <a:p>
            <a:fld id="{1386E511-D742-4EFE-90B5-C9FC42762E0F}" type="datetimeFigureOut">
              <a:rPr lang="en-GB" smtClean="0"/>
              <a:pPr/>
              <a:t>03/02/2021</a:t>
            </a:fld>
            <a:endParaRPr lang="en-GB"/>
          </a:p>
        </p:txBody>
      </p:sp>
      <p:sp>
        <p:nvSpPr>
          <p:cNvPr id="10" name="Slide Number Placeholder 9"/>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000"/>
            </a:lvl1pPr>
          </a:lstStyle>
          <a:p>
            <a:fld id="{A16CFAD1-D197-4A88-B173-A6412E995EE5}" type="slidenum">
              <a:rPr lang="en-GB" smtClean="0"/>
              <a:pPr/>
              <a:t>‹#›</a:t>
            </a:fld>
            <a:endParaRPr lang="en-GB"/>
          </a:p>
        </p:txBody>
      </p:sp>
      <p:sp>
        <p:nvSpPr>
          <p:cNvPr id="11" name="Footer Placeholder 10"/>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000"/>
            </a:lvl1pPr>
          </a:lstStyle>
          <a:p>
            <a:endParaRPr lang="en-GB"/>
          </a:p>
        </p:txBody>
      </p:sp>
      <p:sp>
        <p:nvSpPr>
          <p:cNvPr id="12" name="Slide Image Placeholder 11"/>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13" name="Header Placeholder 12"/>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000"/>
            </a:lvl1pPr>
          </a:lstStyle>
          <a:p>
            <a:endParaRPr lang="en-GB" dirty="0"/>
          </a:p>
        </p:txBody>
      </p:sp>
    </p:spTree>
    <p:extLst>
      <p:ext uri="{BB962C8B-B14F-4D97-AF65-F5344CB8AC3E}">
        <p14:creationId xmlns:p14="http://schemas.microsoft.com/office/powerpoint/2010/main" val="1200601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s-IS" dirty="0"/>
          </a:p>
        </p:txBody>
      </p:sp>
      <p:sp>
        <p:nvSpPr>
          <p:cNvPr id="4" name="Slide Number Placeholder 3"/>
          <p:cNvSpPr>
            <a:spLocks noGrp="1"/>
          </p:cNvSpPr>
          <p:nvPr>
            <p:ph type="sldNum" sz="quarter" idx="10"/>
          </p:nvPr>
        </p:nvSpPr>
        <p:spPr/>
        <p:txBody>
          <a:bodyPr/>
          <a:lstStyle/>
          <a:p>
            <a:fld id="{A16CFAD1-D197-4A88-B173-A6412E995EE5}" type="slidenum">
              <a:rPr lang="en-GB" smtClean="0"/>
              <a:t>1</a:t>
            </a:fld>
            <a:endParaRPr lang="en-GB" dirty="0"/>
          </a:p>
        </p:txBody>
      </p:sp>
    </p:spTree>
    <p:extLst>
      <p:ext uri="{BB962C8B-B14F-4D97-AF65-F5344CB8AC3E}">
        <p14:creationId xmlns:p14="http://schemas.microsoft.com/office/powerpoint/2010/main" val="682316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2</a:t>
            </a:fld>
            <a:endParaRPr lang="en-GB"/>
          </a:p>
        </p:txBody>
      </p:sp>
    </p:spTree>
    <p:extLst>
      <p:ext uri="{BB962C8B-B14F-4D97-AF65-F5344CB8AC3E}">
        <p14:creationId xmlns:p14="http://schemas.microsoft.com/office/powerpoint/2010/main" val="2076481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16CFAD1-D197-4A88-B173-A6412E995EE5}" type="slidenum">
              <a:rPr lang="en-GB" smtClean="0"/>
              <a:pPr/>
              <a:t>3</a:t>
            </a:fld>
            <a:endParaRPr lang="en-GB"/>
          </a:p>
        </p:txBody>
      </p:sp>
    </p:spTree>
    <p:extLst>
      <p:ext uri="{BB962C8B-B14F-4D97-AF65-F5344CB8AC3E}">
        <p14:creationId xmlns:p14="http://schemas.microsoft.com/office/powerpoint/2010/main" val="27948024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4</a:t>
            </a:fld>
            <a:endParaRPr lang="en-GB"/>
          </a:p>
        </p:txBody>
      </p:sp>
    </p:spTree>
    <p:extLst>
      <p:ext uri="{BB962C8B-B14F-4D97-AF65-F5344CB8AC3E}">
        <p14:creationId xmlns:p14="http://schemas.microsoft.com/office/powerpoint/2010/main" val="1506771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5</a:t>
            </a:fld>
            <a:endParaRPr lang="en-GB"/>
          </a:p>
        </p:txBody>
      </p:sp>
    </p:spTree>
    <p:extLst>
      <p:ext uri="{BB962C8B-B14F-4D97-AF65-F5344CB8AC3E}">
        <p14:creationId xmlns:p14="http://schemas.microsoft.com/office/powerpoint/2010/main" val="32951914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BitKeeper</a:t>
            </a:r>
            <a:r>
              <a:rPr lang="en-US" dirty="0"/>
              <a:t> 2002-2005</a:t>
            </a:r>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6</a:t>
            </a:fld>
            <a:endParaRPr lang="en-GB"/>
          </a:p>
        </p:txBody>
      </p:sp>
    </p:spTree>
    <p:extLst>
      <p:ext uri="{BB962C8B-B14F-4D97-AF65-F5344CB8AC3E}">
        <p14:creationId xmlns:p14="http://schemas.microsoft.com/office/powerpoint/2010/main" val="134715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7</a:t>
            </a:fld>
            <a:endParaRPr lang="en-GB"/>
          </a:p>
        </p:txBody>
      </p:sp>
    </p:spTree>
    <p:extLst>
      <p:ext uri="{BB962C8B-B14F-4D97-AF65-F5344CB8AC3E}">
        <p14:creationId xmlns:p14="http://schemas.microsoft.com/office/powerpoint/2010/main" val="6256518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16CFAD1-D197-4A88-B173-A6412E995EE5}" type="slidenum">
              <a:rPr lang="en-GB" smtClean="0"/>
              <a:pPr/>
              <a:t>8</a:t>
            </a:fld>
            <a:endParaRPr lang="en-GB"/>
          </a:p>
        </p:txBody>
      </p:sp>
    </p:spTree>
    <p:extLst>
      <p:ext uri="{BB962C8B-B14F-4D97-AF65-F5344CB8AC3E}">
        <p14:creationId xmlns:p14="http://schemas.microsoft.com/office/powerpoint/2010/main" val="12134777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9</a:t>
            </a:fld>
            <a:endParaRPr lang="en-GB"/>
          </a:p>
        </p:txBody>
      </p:sp>
    </p:spTree>
    <p:extLst>
      <p:ext uri="{BB962C8B-B14F-4D97-AF65-F5344CB8AC3E}">
        <p14:creationId xmlns:p14="http://schemas.microsoft.com/office/powerpoint/2010/main" val="1196818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10</a:t>
            </a:fld>
            <a:endParaRPr lang="en-GB"/>
          </a:p>
        </p:txBody>
      </p:sp>
    </p:spTree>
    <p:extLst>
      <p:ext uri="{BB962C8B-B14F-4D97-AF65-F5344CB8AC3E}">
        <p14:creationId xmlns:p14="http://schemas.microsoft.com/office/powerpoint/2010/main" val="29629728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11</a:t>
            </a:fld>
            <a:endParaRPr lang="en-GB"/>
          </a:p>
        </p:txBody>
      </p:sp>
    </p:spTree>
    <p:extLst>
      <p:ext uri="{BB962C8B-B14F-4D97-AF65-F5344CB8AC3E}">
        <p14:creationId xmlns:p14="http://schemas.microsoft.com/office/powerpoint/2010/main" val="36711517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12</a:t>
            </a:fld>
            <a:endParaRPr lang="en-GB"/>
          </a:p>
        </p:txBody>
      </p:sp>
    </p:spTree>
    <p:extLst>
      <p:ext uri="{BB962C8B-B14F-4D97-AF65-F5344CB8AC3E}">
        <p14:creationId xmlns:p14="http://schemas.microsoft.com/office/powerpoint/2010/main" val="41735715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13</a:t>
            </a:fld>
            <a:endParaRPr lang="en-GB"/>
          </a:p>
        </p:txBody>
      </p:sp>
    </p:spTree>
    <p:extLst>
      <p:ext uri="{BB962C8B-B14F-4D97-AF65-F5344CB8AC3E}">
        <p14:creationId xmlns:p14="http://schemas.microsoft.com/office/powerpoint/2010/main" val="17429768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14</a:t>
            </a:fld>
            <a:endParaRPr lang="en-GB"/>
          </a:p>
        </p:txBody>
      </p:sp>
    </p:spTree>
    <p:extLst>
      <p:ext uri="{BB962C8B-B14F-4D97-AF65-F5344CB8AC3E}">
        <p14:creationId xmlns:p14="http://schemas.microsoft.com/office/powerpoint/2010/main" val="5054337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15</a:t>
            </a:fld>
            <a:endParaRPr lang="en-GB"/>
          </a:p>
        </p:txBody>
      </p:sp>
    </p:spTree>
    <p:extLst>
      <p:ext uri="{BB962C8B-B14F-4D97-AF65-F5344CB8AC3E}">
        <p14:creationId xmlns:p14="http://schemas.microsoft.com/office/powerpoint/2010/main" val="15464712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16</a:t>
            </a:fld>
            <a:endParaRPr lang="en-GB"/>
          </a:p>
        </p:txBody>
      </p:sp>
    </p:spTree>
    <p:extLst>
      <p:ext uri="{BB962C8B-B14F-4D97-AF65-F5344CB8AC3E}">
        <p14:creationId xmlns:p14="http://schemas.microsoft.com/office/powerpoint/2010/main" val="5253146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17</a:t>
            </a:fld>
            <a:endParaRPr lang="en-GB"/>
          </a:p>
        </p:txBody>
      </p:sp>
    </p:spTree>
    <p:extLst>
      <p:ext uri="{BB962C8B-B14F-4D97-AF65-F5344CB8AC3E}">
        <p14:creationId xmlns:p14="http://schemas.microsoft.com/office/powerpoint/2010/main" val="13696683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16CFAD1-D197-4A88-B173-A6412E995EE5}" type="slidenum">
              <a:rPr lang="en-GB" smtClean="0"/>
              <a:pPr/>
              <a:t>18</a:t>
            </a:fld>
            <a:endParaRPr lang="en-GB"/>
          </a:p>
        </p:txBody>
      </p:sp>
    </p:spTree>
    <p:extLst>
      <p:ext uri="{BB962C8B-B14F-4D97-AF65-F5344CB8AC3E}">
        <p14:creationId xmlns:p14="http://schemas.microsoft.com/office/powerpoint/2010/main" val="42026238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19</a:t>
            </a:fld>
            <a:endParaRPr lang="en-GB"/>
          </a:p>
        </p:txBody>
      </p:sp>
    </p:spTree>
    <p:extLst>
      <p:ext uri="{BB962C8B-B14F-4D97-AF65-F5344CB8AC3E}">
        <p14:creationId xmlns:p14="http://schemas.microsoft.com/office/powerpoint/2010/main" val="1527247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20</a:t>
            </a:fld>
            <a:endParaRPr lang="en-GB"/>
          </a:p>
        </p:txBody>
      </p:sp>
    </p:spTree>
    <p:extLst>
      <p:ext uri="{BB962C8B-B14F-4D97-AF65-F5344CB8AC3E}">
        <p14:creationId xmlns:p14="http://schemas.microsoft.com/office/powerpoint/2010/main" val="28520083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16CFAD1-D197-4A88-B173-A6412E995EE5}" type="slidenum">
              <a:rPr lang="en-GB" smtClean="0"/>
              <a:pPr/>
              <a:t>21</a:t>
            </a:fld>
            <a:endParaRPr lang="en-GB"/>
          </a:p>
        </p:txBody>
      </p:sp>
    </p:spTree>
    <p:extLst>
      <p:ext uri="{BB962C8B-B14F-4D97-AF65-F5344CB8AC3E}">
        <p14:creationId xmlns:p14="http://schemas.microsoft.com/office/powerpoint/2010/main" val="10408859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22</a:t>
            </a:fld>
            <a:endParaRPr lang="en-GB"/>
          </a:p>
        </p:txBody>
      </p:sp>
    </p:spTree>
    <p:extLst>
      <p:ext uri="{BB962C8B-B14F-4D97-AF65-F5344CB8AC3E}">
        <p14:creationId xmlns:p14="http://schemas.microsoft.com/office/powerpoint/2010/main" val="25827266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23</a:t>
            </a:fld>
            <a:endParaRPr lang="en-GB"/>
          </a:p>
        </p:txBody>
      </p:sp>
    </p:spTree>
    <p:extLst>
      <p:ext uri="{BB962C8B-B14F-4D97-AF65-F5344CB8AC3E}">
        <p14:creationId xmlns:p14="http://schemas.microsoft.com/office/powerpoint/2010/main" val="9033023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24</a:t>
            </a:fld>
            <a:endParaRPr lang="en-GB"/>
          </a:p>
        </p:txBody>
      </p:sp>
    </p:spTree>
    <p:extLst>
      <p:ext uri="{BB962C8B-B14F-4D97-AF65-F5344CB8AC3E}">
        <p14:creationId xmlns:p14="http://schemas.microsoft.com/office/powerpoint/2010/main" val="36433407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25</a:t>
            </a:fld>
            <a:endParaRPr lang="en-GB" dirty="0"/>
          </a:p>
        </p:txBody>
      </p:sp>
    </p:spTree>
    <p:extLst>
      <p:ext uri="{BB962C8B-B14F-4D97-AF65-F5344CB8AC3E}">
        <p14:creationId xmlns:p14="http://schemas.microsoft.com/office/powerpoint/2010/main" val="31255996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26</a:t>
            </a:fld>
            <a:endParaRPr lang="en-GB" dirty="0"/>
          </a:p>
        </p:txBody>
      </p:sp>
    </p:spTree>
    <p:extLst>
      <p:ext uri="{BB962C8B-B14F-4D97-AF65-F5344CB8AC3E}">
        <p14:creationId xmlns:p14="http://schemas.microsoft.com/office/powerpoint/2010/main" val="24985460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27</a:t>
            </a:fld>
            <a:endParaRPr lang="en-GB"/>
          </a:p>
        </p:txBody>
      </p:sp>
    </p:spTree>
    <p:extLst>
      <p:ext uri="{BB962C8B-B14F-4D97-AF65-F5344CB8AC3E}">
        <p14:creationId xmlns:p14="http://schemas.microsoft.com/office/powerpoint/2010/main" val="7328454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28</a:t>
            </a:fld>
            <a:endParaRPr lang="en-GB"/>
          </a:p>
        </p:txBody>
      </p:sp>
    </p:spTree>
    <p:extLst>
      <p:ext uri="{BB962C8B-B14F-4D97-AF65-F5344CB8AC3E}">
        <p14:creationId xmlns:p14="http://schemas.microsoft.com/office/powerpoint/2010/main" val="15753815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29</a:t>
            </a:fld>
            <a:endParaRPr lang="en-GB"/>
          </a:p>
        </p:txBody>
      </p:sp>
    </p:spTree>
    <p:extLst>
      <p:ext uri="{BB962C8B-B14F-4D97-AF65-F5344CB8AC3E}">
        <p14:creationId xmlns:p14="http://schemas.microsoft.com/office/powerpoint/2010/main" val="9527541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30</a:t>
            </a:fld>
            <a:endParaRPr lang="en-GB"/>
          </a:p>
        </p:txBody>
      </p:sp>
    </p:spTree>
    <p:extLst>
      <p:ext uri="{BB962C8B-B14F-4D97-AF65-F5344CB8AC3E}">
        <p14:creationId xmlns:p14="http://schemas.microsoft.com/office/powerpoint/2010/main" val="40280909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31</a:t>
            </a:fld>
            <a:endParaRPr lang="en-GB"/>
          </a:p>
        </p:txBody>
      </p:sp>
    </p:spTree>
    <p:extLst>
      <p:ext uri="{BB962C8B-B14F-4D97-AF65-F5344CB8AC3E}">
        <p14:creationId xmlns:p14="http://schemas.microsoft.com/office/powerpoint/2010/main" val="20050556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32</a:t>
            </a:fld>
            <a:endParaRPr lang="en-GB"/>
          </a:p>
        </p:txBody>
      </p:sp>
    </p:spTree>
    <p:extLst>
      <p:ext uri="{BB962C8B-B14F-4D97-AF65-F5344CB8AC3E}">
        <p14:creationId xmlns:p14="http://schemas.microsoft.com/office/powerpoint/2010/main" val="4860080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33</a:t>
            </a:fld>
            <a:endParaRPr lang="en-GB"/>
          </a:p>
        </p:txBody>
      </p:sp>
    </p:spTree>
    <p:extLst>
      <p:ext uri="{BB962C8B-B14F-4D97-AF65-F5344CB8AC3E}">
        <p14:creationId xmlns:p14="http://schemas.microsoft.com/office/powerpoint/2010/main" val="42776984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34</a:t>
            </a:fld>
            <a:endParaRPr lang="en-GB"/>
          </a:p>
        </p:txBody>
      </p:sp>
    </p:spTree>
    <p:extLst>
      <p:ext uri="{BB962C8B-B14F-4D97-AF65-F5344CB8AC3E}">
        <p14:creationId xmlns:p14="http://schemas.microsoft.com/office/powerpoint/2010/main" val="23155263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35</a:t>
            </a:fld>
            <a:endParaRPr lang="en-GB"/>
          </a:p>
        </p:txBody>
      </p:sp>
    </p:spTree>
    <p:extLst>
      <p:ext uri="{BB962C8B-B14F-4D97-AF65-F5344CB8AC3E}">
        <p14:creationId xmlns:p14="http://schemas.microsoft.com/office/powerpoint/2010/main" val="5554307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36</a:t>
            </a:fld>
            <a:endParaRPr lang="en-GB"/>
          </a:p>
        </p:txBody>
      </p:sp>
    </p:spTree>
    <p:extLst>
      <p:ext uri="{BB962C8B-B14F-4D97-AF65-F5344CB8AC3E}">
        <p14:creationId xmlns:p14="http://schemas.microsoft.com/office/powerpoint/2010/main" val="28551269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16CFAD1-D197-4A88-B173-A6412E995EE5}" type="slidenum">
              <a:rPr lang="en-GB" smtClean="0"/>
              <a:pPr/>
              <a:t>37</a:t>
            </a:fld>
            <a:endParaRPr lang="en-GB"/>
          </a:p>
        </p:txBody>
      </p:sp>
    </p:spTree>
    <p:extLst>
      <p:ext uri="{BB962C8B-B14F-4D97-AF65-F5344CB8AC3E}">
        <p14:creationId xmlns:p14="http://schemas.microsoft.com/office/powerpoint/2010/main" val="42026238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16CFAD1-D197-4A88-B173-A6412E995EE5}" type="slidenum">
              <a:rPr lang="en-GB" smtClean="0"/>
              <a:pPr/>
              <a:t>38</a:t>
            </a:fld>
            <a:endParaRPr lang="en-GB"/>
          </a:p>
        </p:txBody>
      </p:sp>
    </p:spTree>
    <p:extLst>
      <p:ext uri="{BB962C8B-B14F-4D97-AF65-F5344CB8AC3E}">
        <p14:creationId xmlns:p14="http://schemas.microsoft.com/office/powerpoint/2010/main" val="420262389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39</a:t>
            </a:fld>
            <a:endParaRPr lang="en-GB"/>
          </a:p>
        </p:txBody>
      </p:sp>
    </p:spTree>
    <p:extLst>
      <p:ext uri="{BB962C8B-B14F-4D97-AF65-F5344CB8AC3E}">
        <p14:creationId xmlns:p14="http://schemas.microsoft.com/office/powerpoint/2010/main" val="318856077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40</a:t>
            </a:fld>
            <a:endParaRPr lang="en-GB"/>
          </a:p>
        </p:txBody>
      </p:sp>
    </p:spTree>
    <p:extLst>
      <p:ext uri="{BB962C8B-B14F-4D97-AF65-F5344CB8AC3E}">
        <p14:creationId xmlns:p14="http://schemas.microsoft.com/office/powerpoint/2010/main" val="534225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41</a:t>
            </a:fld>
            <a:endParaRPr lang="en-GB"/>
          </a:p>
        </p:txBody>
      </p:sp>
    </p:spTree>
    <p:extLst>
      <p:ext uri="{BB962C8B-B14F-4D97-AF65-F5344CB8AC3E}">
        <p14:creationId xmlns:p14="http://schemas.microsoft.com/office/powerpoint/2010/main" val="414148881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42</a:t>
            </a:fld>
            <a:endParaRPr lang="en-GB"/>
          </a:p>
        </p:txBody>
      </p:sp>
    </p:spTree>
    <p:extLst>
      <p:ext uri="{BB962C8B-B14F-4D97-AF65-F5344CB8AC3E}">
        <p14:creationId xmlns:p14="http://schemas.microsoft.com/office/powerpoint/2010/main" val="41263004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43</a:t>
            </a:fld>
            <a:endParaRPr lang="en-GB"/>
          </a:p>
        </p:txBody>
      </p:sp>
    </p:spTree>
    <p:extLst>
      <p:ext uri="{BB962C8B-B14F-4D97-AF65-F5344CB8AC3E}">
        <p14:creationId xmlns:p14="http://schemas.microsoft.com/office/powerpoint/2010/main" val="318856077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44</a:t>
            </a:fld>
            <a:endParaRPr lang="en-GB"/>
          </a:p>
        </p:txBody>
      </p:sp>
    </p:spTree>
    <p:extLst>
      <p:ext uri="{BB962C8B-B14F-4D97-AF65-F5344CB8AC3E}">
        <p14:creationId xmlns:p14="http://schemas.microsoft.com/office/powerpoint/2010/main" val="207555403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45</a:t>
            </a:fld>
            <a:endParaRPr lang="en-GB"/>
          </a:p>
        </p:txBody>
      </p:sp>
    </p:spTree>
    <p:extLst>
      <p:ext uri="{BB962C8B-B14F-4D97-AF65-F5344CB8AC3E}">
        <p14:creationId xmlns:p14="http://schemas.microsoft.com/office/powerpoint/2010/main" val="343965399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46</a:t>
            </a:fld>
            <a:endParaRPr lang="en-GB"/>
          </a:p>
        </p:txBody>
      </p:sp>
    </p:spTree>
    <p:extLst>
      <p:ext uri="{BB962C8B-B14F-4D97-AF65-F5344CB8AC3E}">
        <p14:creationId xmlns:p14="http://schemas.microsoft.com/office/powerpoint/2010/main" val="218338482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16CFAD1-D197-4A88-B173-A6412E995EE5}" type="slidenum">
              <a:rPr lang="en-GB" smtClean="0"/>
              <a:pPr/>
              <a:t>47</a:t>
            </a:fld>
            <a:endParaRPr lang="en-GB"/>
          </a:p>
        </p:txBody>
      </p:sp>
    </p:spTree>
    <p:extLst>
      <p:ext uri="{BB962C8B-B14F-4D97-AF65-F5344CB8AC3E}">
        <p14:creationId xmlns:p14="http://schemas.microsoft.com/office/powerpoint/2010/main" val="39244346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48</a:t>
            </a:fld>
            <a:endParaRPr lang="en-GB"/>
          </a:p>
        </p:txBody>
      </p:sp>
    </p:spTree>
    <p:extLst>
      <p:ext uri="{BB962C8B-B14F-4D97-AF65-F5344CB8AC3E}">
        <p14:creationId xmlns:p14="http://schemas.microsoft.com/office/powerpoint/2010/main" val="177590675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49</a:t>
            </a:fld>
            <a:endParaRPr lang="en-GB"/>
          </a:p>
        </p:txBody>
      </p:sp>
    </p:spTree>
    <p:extLst>
      <p:ext uri="{BB962C8B-B14F-4D97-AF65-F5344CB8AC3E}">
        <p14:creationId xmlns:p14="http://schemas.microsoft.com/office/powerpoint/2010/main" val="353569394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50</a:t>
            </a:fld>
            <a:endParaRPr lang="en-GB"/>
          </a:p>
        </p:txBody>
      </p:sp>
    </p:spTree>
    <p:extLst>
      <p:ext uri="{BB962C8B-B14F-4D97-AF65-F5344CB8AC3E}">
        <p14:creationId xmlns:p14="http://schemas.microsoft.com/office/powerpoint/2010/main" val="199034974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A16CFAD1-D197-4A88-B173-A6412E995EE5}" type="slidenum">
              <a:rPr lang="en-GB" smtClean="0"/>
              <a:pPr/>
              <a:t>51</a:t>
            </a:fld>
            <a:endParaRPr lang="en-GB"/>
          </a:p>
        </p:txBody>
      </p:sp>
    </p:spTree>
    <p:extLst>
      <p:ext uri="{BB962C8B-B14F-4D97-AF65-F5344CB8AC3E}">
        <p14:creationId xmlns:p14="http://schemas.microsoft.com/office/powerpoint/2010/main" val="38430970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spTree>
      <p:nvGrpSpPr>
        <p:cNvPr id="1" name=""/>
        <p:cNvGrpSpPr/>
        <p:nvPr/>
      </p:nvGrpSpPr>
      <p:grpSpPr>
        <a:xfrm>
          <a:off x="0" y="0"/>
          <a:ext cx="0" cy="0"/>
          <a:chOff x="0" y="0"/>
          <a:chExt cx="0" cy="0"/>
        </a:xfrm>
      </p:grpSpPr>
      <p:sp>
        <p:nvSpPr>
          <p:cNvPr id="15" name="Picture Placeholder 1"/>
          <p:cNvSpPr>
            <a:spLocks noGrp="1"/>
          </p:cNvSpPr>
          <p:nvPr>
            <p:ph type="pic" sz="quarter" idx="13" hasCustomPrompt="1"/>
          </p:nvPr>
        </p:nvSpPr>
        <p:spPr>
          <a:xfrm>
            <a:off x="179387" y="898525"/>
            <a:ext cx="11829600" cy="5778500"/>
          </a:xfrm>
          <a:blipFill>
            <a:blip r:embed="rId2"/>
            <a:stretch>
              <a:fillRect/>
            </a:stretch>
          </a:blipFill>
        </p:spPr>
        <p:txBody>
          <a:bodyPr/>
          <a:lstStyle>
            <a:lvl1pPr marL="0" indent="0" algn="ctr">
              <a:buNone/>
              <a:defRPr baseline="0">
                <a:solidFill>
                  <a:schemeClr val="bg1"/>
                </a:solidFill>
              </a:defRPr>
            </a:lvl1pPr>
          </a:lstStyle>
          <a:p>
            <a:r>
              <a:rPr lang="en-GB" dirty="0"/>
              <a:t>Click here, click Insert-tab, click Picture-button to browse for a picture</a:t>
            </a:r>
          </a:p>
        </p:txBody>
      </p:sp>
      <p:sp>
        <p:nvSpPr>
          <p:cNvPr id="2" name="Title 1"/>
          <p:cNvSpPr>
            <a:spLocks noGrp="1"/>
          </p:cNvSpPr>
          <p:nvPr>
            <p:ph type="ctrTitle" hasCustomPrompt="1"/>
          </p:nvPr>
        </p:nvSpPr>
        <p:spPr>
          <a:xfrm>
            <a:off x="-1" y="1835149"/>
            <a:ext cx="8463600" cy="2880000"/>
          </a:xfrm>
          <a:blipFill>
            <a:blip r:embed="rId3"/>
            <a:stretch>
              <a:fillRect/>
            </a:stretch>
          </a:blipFill>
        </p:spPr>
        <p:txBody>
          <a:bodyPr lIns="756000" rIns="1454400" bIns="1116000" anchor="b"/>
          <a:lstStyle>
            <a:lvl1pPr algn="l">
              <a:lnSpc>
                <a:spcPct val="95000"/>
              </a:lnSpc>
              <a:defRPr sz="4200">
                <a:solidFill>
                  <a:schemeClr val="bg1"/>
                </a:solidFill>
              </a:defRPr>
            </a:lvl1pPr>
          </a:lstStyle>
          <a:p>
            <a:r>
              <a:rPr lang="en-GB" dirty="0"/>
              <a:t>Click to add heading on two rows</a:t>
            </a:r>
          </a:p>
        </p:txBody>
      </p:sp>
      <p:sp>
        <p:nvSpPr>
          <p:cNvPr id="3" name="Subtitle 2"/>
          <p:cNvSpPr>
            <a:spLocks noGrp="1"/>
          </p:cNvSpPr>
          <p:nvPr>
            <p:ph type="subTitle" idx="1" hasCustomPrompt="1"/>
          </p:nvPr>
        </p:nvSpPr>
        <p:spPr>
          <a:xfrm>
            <a:off x="784225" y="3724665"/>
            <a:ext cx="6300000" cy="820441"/>
          </a:xfrm>
        </p:spPr>
        <p:txBody>
          <a:bodyPr/>
          <a:lstStyle>
            <a:lvl1pPr marL="0" indent="0" algn="l">
              <a:spcBef>
                <a:spcPts val="0"/>
              </a:spcBef>
              <a:buFont typeface="Arial" panose="020B0604020202020204" pitchFamily="34" charset="0"/>
              <a:buChar char="​"/>
              <a:defRPr sz="2400"/>
            </a:lvl1pPr>
            <a:lvl2pPr marL="0" indent="0" algn="l">
              <a:spcBef>
                <a:spcPts val="0"/>
              </a:spcBef>
              <a:buFont typeface="Arial" panose="020B0604020202020204" pitchFamily="34" charset="0"/>
              <a:buChar char="​"/>
              <a:defRPr sz="2000"/>
            </a:lvl2pPr>
            <a:lvl3pPr marL="0" indent="0" algn="l">
              <a:spcBef>
                <a:spcPts val="0"/>
              </a:spcBef>
              <a:buFont typeface="Arial" panose="020B0604020202020204" pitchFamily="34" charset="0"/>
              <a:buChar char="​"/>
              <a:defRPr sz="2000"/>
            </a:lvl3pPr>
            <a:lvl4pPr marL="0" indent="0" algn="l">
              <a:spcBef>
                <a:spcPts val="0"/>
              </a:spcBef>
              <a:buFont typeface="Arial" panose="020B0604020202020204" pitchFamily="34" charset="0"/>
              <a:buChar char="​"/>
              <a:defRPr sz="2000"/>
            </a:lvl4pPr>
            <a:lvl5pPr marL="0" indent="0" algn="l">
              <a:spcBef>
                <a:spcPts val="0"/>
              </a:spcBef>
              <a:buFont typeface="Arial" panose="020B0604020202020204" pitchFamily="34" charset="0"/>
              <a:buChar char="​"/>
              <a:defRPr sz="2000"/>
            </a:lvl5pPr>
            <a:lvl6pPr marL="0" indent="0" algn="l">
              <a:spcBef>
                <a:spcPts val="0"/>
              </a:spcBef>
              <a:buFont typeface="Arial" panose="020B0604020202020204" pitchFamily="34" charset="0"/>
              <a:buChar char="​"/>
              <a:defRPr sz="2000"/>
            </a:lvl6pPr>
            <a:lvl7pPr marL="0" indent="0" algn="l">
              <a:spcBef>
                <a:spcPts val="0"/>
              </a:spcBef>
              <a:buFont typeface="Arial" panose="020B0604020202020204" pitchFamily="34" charset="0"/>
              <a:buChar char="​"/>
              <a:defRPr sz="2000"/>
            </a:lvl7pPr>
            <a:lvl8pPr marL="0" indent="0" algn="l">
              <a:spcBef>
                <a:spcPts val="0"/>
              </a:spcBef>
              <a:buFont typeface="Arial" panose="020B0604020202020204" pitchFamily="34" charset="0"/>
              <a:buChar char="​"/>
              <a:defRPr sz="2000"/>
            </a:lvl8pPr>
            <a:lvl9pPr marL="0" indent="0" algn="l">
              <a:spcBef>
                <a:spcPts val="0"/>
              </a:spcBef>
              <a:buFont typeface="Arial" panose="020B0604020202020204" pitchFamily="34" charset="0"/>
              <a:buChar char="​"/>
              <a:defRPr sz="2000"/>
            </a:lvl9pPr>
          </a:lstStyle>
          <a:p>
            <a:r>
              <a:rPr lang="en-GB" dirty="0"/>
              <a:t>Insert name, and date</a:t>
            </a:r>
          </a:p>
        </p:txBody>
      </p:sp>
      <p:sp>
        <p:nvSpPr>
          <p:cNvPr id="4" name="Date_DateCustomA"/>
          <p:cNvSpPr>
            <a:spLocks noGrp="1"/>
          </p:cNvSpPr>
          <p:nvPr>
            <p:ph type="dt" sz="half" idx="10"/>
          </p:nvPr>
        </p:nvSpPr>
        <p:spPr>
          <a:xfrm>
            <a:off x="0" y="6912000"/>
            <a:ext cx="0" cy="0"/>
          </a:xfrm>
        </p:spPr>
        <p:txBody>
          <a:bodyPr/>
          <a:lstStyle>
            <a:lvl1pPr>
              <a:defRPr sz="100">
                <a:solidFill>
                  <a:schemeClr val="bg1"/>
                </a:solidFill>
              </a:defRPr>
            </a:lvl1pPr>
          </a:lstStyle>
          <a:p>
            <a:endParaRPr lang="en-GB" dirty="0"/>
          </a:p>
        </p:txBody>
      </p:sp>
      <p:sp>
        <p:nvSpPr>
          <p:cNvPr id="5" name="FLD_PresentationTitle"/>
          <p:cNvSpPr>
            <a:spLocks noGrp="1"/>
          </p:cNvSpPr>
          <p:nvPr>
            <p:ph type="ftr" sz="quarter" idx="11"/>
          </p:nvPr>
        </p:nvSpPr>
        <p:spPr>
          <a:xfrm>
            <a:off x="0" y="6912000"/>
            <a:ext cx="0" cy="0"/>
          </a:xfrm>
        </p:spPr>
        <p:txBody>
          <a:bodyPr/>
          <a:lstStyle>
            <a:lvl1pPr>
              <a:defRPr sz="100">
                <a:solidFill>
                  <a:schemeClr val="bg1"/>
                </a:solidFill>
              </a:defRPr>
            </a:lvl1pPr>
          </a:lstStyle>
          <a:p>
            <a:endParaRPr lang="en-GB" dirty="0"/>
          </a:p>
        </p:txBody>
      </p:sp>
      <p:sp>
        <p:nvSpPr>
          <p:cNvPr id="6" name="Slide Number Placeholder 5"/>
          <p:cNvSpPr>
            <a:spLocks noGrp="1"/>
          </p:cNvSpPr>
          <p:nvPr>
            <p:ph type="sldNum" sz="quarter" idx="12"/>
          </p:nvPr>
        </p:nvSpPr>
        <p:spPr>
          <a:xfrm>
            <a:off x="0" y="6912000"/>
            <a:ext cx="0" cy="0"/>
          </a:xfrm>
        </p:spPr>
        <p:txBody>
          <a:bodyPr/>
          <a:lstStyle>
            <a:lvl1pPr>
              <a:defRPr sz="100">
                <a:solidFill>
                  <a:schemeClr val="bg1"/>
                </a:solidFill>
              </a:defRPr>
            </a:lvl1pPr>
          </a:lstStyle>
          <a:p>
            <a:fld id="{24C8C45C-947F-4981-8B3F-4F32E973C901}" type="slidenum">
              <a:rPr lang="en-GB" smtClean="0"/>
              <a:pPr/>
              <a:t>‹#›</a:t>
            </a:fld>
            <a:endParaRPr lang="en-GB" dirty="0"/>
          </a:p>
        </p:txBody>
      </p:sp>
      <p:grpSp>
        <p:nvGrpSpPr>
          <p:cNvPr id="9" name="SD_FLD_Confidentiality" hidden="1"/>
          <p:cNvGrpSpPr/>
          <p:nvPr userDrawn="1"/>
        </p:nvGrpSpPr>
        <p:grpSpPr>
          <a:xfrm>
            <a:off x="-2706" y="353604"/>
            <a:ext cx="1839621" cy="360000"/>
            <a:chOff x="-2039" y="217385"/>
            <a:chExt cx="1386752" cy="360000"/>
          </a:xfrm>
        </p:grpSpPr>
        <p:sp>
          <p:nvSpPr>
            <p:cNvPr id="10" name="Confidentiality" hidden="1"/>
            <p:cNvSpPr/>
            <p:nvPr userDrawn="1"/>
          </p:nvSpPr>
          <p:spPr>
            <a:xfrm>
              <a:off x="-2039" y="217385"/>
              <a:ext cx="1386752" cy="360000"/>
            </a:xfrm>
            <a:prstGeom prst="rect">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87041" tIns="43520" rIns="54000" bIns="4352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a:endParaRPr lang="en-GB" noProof="0" dirty="0">
                <a:latin typeface="+mn-lt"/>
                <a:cs typeface="Arial" pitchFamily="34" charset="0"/>
              </a:endParaRPr>
            </a:p>
          </p:txBody>
        </p:sp>
        <p:sp>
          <p:nvSpPr>
            <p:cNvPr id="11" name="SD_LAN_Confidential" hidden="1"/>
            <p:cNvSpPr txBox="1"/>
            <p:nvPr userDrawn="1"/>
          </p:nvSpPr>
          <p:spPr>
            <a:xfrm>
              <a:off x="136424" y="295273"/>
              <a:ext cx="1119813" cy="215444"/>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GB" sz="1400" cap="none" baseline="0" dirty="0">
                  <a:solidFill>
                    <a:srgbClr val="FFFFFF"/>
                  </a:solidFill>
                  <a:latin typeface="+mn-lt"/>
                  <a:cs typeface="Arial" pitchFamily="34" charset="0"/>
                </a:rPr>
                <a:t>Confidential</a:t>
              </a:r>
            </a:p>
          </p:txBody>
        </p:sp>
      </p:grpSp>
      <p:pic>
        <p:nvPicPr>
          <p:cNvPr id="19" name="Picture 1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990000" y="280800"/>
            <a:ext cx="2016000" cy="431072"/>
          </a:xfrm>
          <a:prstGeom prst="rect">
            <a:avLst/>
          </a:prstGeom>
        </p:spPr>
      </p:pic>
    </p:spTree>
    <p:extLst>
      <p:ext uri="{BB962C8B-B14F-4D97-AF65-F5344CB8AC3E}">
        <p14:creationId xmlns:p14="http://schemas.microsoft.com/office/powerpoint/2010/main" val="3422425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background">
    <p:spTree>
      <p:nvGrpSpPr>
        <p:cNvPr id="1" name=""/>
        <p:cNvGrpSpPr/>
        <p:nvPr/>
      </p:nvGrpSpPr>
      <p:grpSpPr>
        <a:xfrm>
          <a:off x="0" y="0"/>
          <a:ext cx="0" cy="0"/>
          <a:chOff x="0" y="0"/>
          <a:chExt cx="0" cy="0"/>
        </a:xfrm>
      </p:grpSpPr>
      <p:sp>
        <p:nvSpPr>
          <p:cNvPr id="8" name="Background"/>
          <p:cNvSpPr/>
          <p:nvPr userDrawn="1"/>
        </p:nvSpPr>
        <p:spPr>
          <a:xfrm>
            <a:off x="179388" y="898525"/>
            <a:ext cx="11829600" cy="5778500"/>
          </a:xfrm>
          <a:prstGeom prst="rect">
            <a:avLst/>
          </a:prstGeom>
          <a:solidFill>
            <a:srgbClr val="FBF2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noProof="0" dirty="0" err="1"/>
          </a:p>
        </p:txBody>
      </p:sp>
      <p:pic>
        <p:nvPicPr>
          <p:cNvPr id="9" name="Headline_elemen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836000"/>
            <a:ext cx="8461810" cy="2879873"/>
          </a:xfrm>
          <a:prstGeom prst="rect">
            <a:avLst/>
          </a:prstGeom>
        </p:spPr>
      </p:pic>
      <p:sp>
        <p:nvSpPr>
          <p:cNvPr id="2" name="Title 1"/>
          <p:cNvSpPr>
            <a:spLocks noGrp="1"/>
          </p:cNvSpPr>
          <p:nvPr>
            <p:ph type="ctrTitle" hasCustomPrompt="1"/>
          </p:nvPr>
        </p:nvSpPr>
        <p:spPr>
          <a:xfrm>
            <a:off x="-1" y="1835149"/>
            <a:ext cx="8463600" cy="2880000"/>
          </a:xfrm>
          <a:noFill/>
        </p:spPr>
        <p:txBody>
          <a:bodyPr lIns="756000" rIns="1454400" bIns="1116000" anchor="b"/>
          <a:lstStyle>
            <a:lvl1pPr algn="l">
              <a:lnSpc>
                <a:spcPct val="95000"/>
              </a:lnSpc>
              <a:defRPr sz="4200" baseline="0">
                <a:solidFill>
                  <a:schemeClr val="bg1"/>
                </a:solidFill>
              </a:defRPr>
            </a:lvl1pPr>
          </a:lstStyle>
          <a:p>
            <a:r>
              <a:rPr lang="en-GB" dirty="0"/>
              <a:t>Click to add heading on two rows</a:t>
            </a:r>
          </a:p>
        </p:txBody>
      </p:sp>
      <p:sp>
        <p:nvSpPr>
          <p:cNvPr id="3" name="Subtitle 2"/>
          <p:cNvSpPr>
            <a:spLocks noGrp="1"/>
          </p:cNvSpPr>
          <p:nvPr>
            <p:ph type="subTitle" idx="1" hasCustomPrompt="1"/>
          </p:nvPr>
        </p:nvSpPr>
        <p:spPr>
          <a:xfrm>
            <a:off x="784225" y="3724665"/>
            <a:ext cx="6300000" cy="820441"/>
          </a:xfrm>
        </p:spPr>
        <p:txBody>
          <a:bodyPr/>
          <a:lstStyle>
            <a:lvl1pPr marL="0" indent="0" algn="l">
              <a:spcBef>
                <a:spcPts val="0"/>
              </a:spcBef>
              <a:buFont typeface="Arial" panose="020B0604020202020204" pitchFamily="34" charset="0"/>
              <a:buChar char="​"/>
              <a:defRPr sz="2400"/>
            </a:lvl1pPr>
            <a:lvl2pPr marL="0" indent="0" algn="l">
              <a:spcBef>
                <a:spcPts val="0"/>
              </a:spcBef>
              <a:buFont typeface="Arial" panose="020B0604020202020204" pitchFamily="34" charset="0"/>
              <a:buChar char="​"/>
              <a:defRPr sz="2000"/>
            </a:lvl2pPr>
            <a:lvl3pPr marL="0" indent="0" algn="l">
              <a:spcBef>
                <a:spcPts val="0"/>
              </a:spcBef>
              <a:buFont typeface="Arial" panose="020B0604020202020204" pitchFamily="34" charset="0"/>
              <a:buChar char="​"/>
              <a:defRPr sz="2000"/>
            </a:lvl3pPr>
            <a:lvl4pPr marL="0" indent="0" algn="l">
              <a:spcBef>
                <a:spcPts val="0"/>
              </a:spcBef>
              <a:buFont typeface="Arial" panose="020B0604020202020204" pitchFamily="34" charset="0"/>
              <a:buChar char="​"/>
              <a:defRPr sz="2000"/>
            </a:lvl4pPr>
            <a:lvl5pPr marL="0" indent="0" algn="l">
              <a:spcBef>
                <a:spcPts val="0"/>
              </a:spcBef>
              <a:buFont typeface="Arial" panose="020B0604020202020204" pitchFamily="34" charset="0"/>
              <a:buChar char="​"/>
              <a:defRPr sz="2000"/>
            </a:lvl5pPr>
            <a:lvl6pPr marL="0" indent="0" algn="l">
              <a:spcBef>
                <a:spcPts val="0"/>
              </a:spcBef>
              <a:buFont typeface="Arial" panose="020B0604020202020204" pitchFamily="34" charset="0"/>
              <a:buChar char="​"/>
              <a:defRPr sz="2000"/>
            </a:lvl6pPr>
            <a:lvl7pPr marL="0" indent="0" algn="l">
              <a:spcBef>
                <a:spcPts val="0"/>
              </a:spcBef>
              <a:buFont typeface="Arial" panose="020B0604020202020204" pitchFamily="34" charset="0"/>
              <a:buChar char="​"/>
              <a:defRPr sz="2000"/>
            </a:lvl7pPr>
            <a:lvl8pPr marL="0" indent="0" algn="l">
              <a:spcBef>
                <a:spcPts val="0"/>
              </a:spcBef>
              <a:buFont typeface="Arial" panose="020B0604020202020204" pitchFamily="34" charset="0"/>
              <a:buChar char="​"/>
              <a:defRPr sz="2000"/>
            </a:lvl8pPr>
            <a:lvl9pPr marL="0" indent="0" algn="l">
              <a:spcBef>
                <a:spcPts val="0"/>
              </a:spcBef>
              <a:buFont typeface="Arial" panose="020B0604020202020204" pitchFamily="34" charset="0"/>
              <a:buChar char="​"/>
              <a:defRPr sz="2000"/>
            </a:lvl9pPr>
          </a:lstStyle>
          <a:p>
            <a:r>
              <a:rPr lang="en-GB" dirty="0"/>
              <a:t>Insert name, and date</a:t>
            </a:r>
          </a:p>
        </p:txBody>
      </p:sp>
      <p:sp>
        <p:nvSpPr>
          <p:cNvPr id="4" name="Date_DateCustomA"/>
          <p:cNvSpPr>
            <a:spLocks noGrp="1"/>
          </p:cNvSpPr>
          <p:nvPr>
            <p:ph type="dt" sz="half" idx="10"/>
          </p:nvPr>
        </p:nvSpPr>
        <p:spPr>
          <a:xfrm>
            <a:off x="0" y="6912000"/>
            <a:ext cx="0" cy="0"/>
          </a:xfrm>
        </p:spPr>
        <p:txBody>
          <a:bodyPr/>
          <a:lstStyle>
            <a:lvl1pPr>
              <a:defRPr sz="100">
                <a:solidFill>
                  <a:schemeClr val="bg1"/>
                </a:solidFill>
              </a:defRPr>
            </a:lvl1pPr>
          </a:lstStyle>
          <a:p>
            <a:endParaRPr lang="en-GB" dirty="0"/>
          </a:p>
        </p:txBody>
      </p:sp>
      <p:sp>
        <p:nvSpPr>
          <p:cNvPr id="5" name="FLD_PresentationTitle"/>
          <p:cNvSpPr>
            <a:spLocks noGrp="1"/>
          </p:cNvSpPr>
          <p:nvPr>
            <p:ph type="ftr" sz="quarter" idx="11"/>
          </p:nvPr>
        </p:nvSpPr>
        <p:spPr>
          <a:xfrm>
            <a:off x="0" y="6912000"/>
            <a:ext cx="0" cy="0"/>
          </a:xfrm>
        </p:spPr>
        <p:txBody>
          <a:bodyPr/>
          <a:lstStyle>
            <a:lvl1pPr>
              <a:defRPr sz="100">
                <a:solidFill>
                  <a:schemeClr val="bg1"/>
                </a:solidFill>
              </a:defRPr>
            </a:lvl1pPr>
          </a:lstStyle>
          <a:p>
            <a:endParaRPr lang="en-GB" dirty="0"/>
          </a:p>
        </p:txBody>
      </p:sp>
      <p:sp>
        <p:nvSpPr>
          <p:cNvPr id="6" name="Slide Number Placeholder 5"/>
          <p:cNvSpPr>
            <a:spLocks noGrp="1"/>
          </p:cNvSpPr>
          <p:nvPr>
            <p:ph type="sldNum" sz="quarter" idx="12"/>
          </p:nvPr>
        </p:nvSpPr>
        <p:spPr>
          <a:xfrm>
            <a:off x="0" y="6912000"/>
            <a:ext cx="0" cy="0"/>
          </a:xfrm>
        </p:spPr>
        <p:txBody>
          <a:bodyPr/>
          <a:lstStyle>
            <a:lvl1pPr>
              <a:defRPr sz="100">
                <a:solidFill>
                  <a:schemeClr val="bg1"/>
                </a:solidFill>
              </a:defRPr>
            </a:lvl1pPr>
          </a:lstStyle>
          <a:p>
            <a:fld id="{24C8C45C-947F-4981-8B3F-4F32E973C901}" type="slidenum">
              <a:rPr lang="en-GB" smtClean="0"/>
              <a:pPr/>
              <a:t>‹#›</a:t>
            </a:fld>
            <a:endParaRPr lang="en-GB" dirty="0"/>
          </a:p>
        </p:txBody>
      </p:sp>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990000" y="280800"/>
            <a:ext cx="2016000" cy="431072"/>
          </a:xfrm>
          <a:prstGeom prst="rect">
            <a:avLst/>
          </a:prstGeom>
        </p:spPr>
      </p:pic>
      <p:grpSp>
        <p:nvGrpSpPr>
          <p:cNvPr id="11" name="SD_FLD_Confidentiality" hidden="1"/>
          <p:cNvGrpSpPr/>
          <p:nvPr userDrawn="1"/>
        </p:nvGrpSpPr>
        <p:grpSpPr>
          <a:xfrm>
            <a:off x="-2706" y="353604"/>
            <a:ext cx="1839621" cy="360000"/>
            <a:chOff x="-2039" y="217385"/>
            <a:chExt cx="1386752" cy="360000"/>
          </a:xfrm>
        </p:grpSpPr>
        <p:sp>
          <p:nvSpPr>
            <p:cNvPr id="12" name="Confidentiality" hidden="1"/>
            <p:cNvSpPr/>
            <p:nvPr userDrawn="1"/>
          </p:nvSpPr>
          <p:spPr>
            <a:xfrm>
              <a:off x="-2039" y="217385"/>
              <a:ext cx="1386752" cy="360000"/>
            </a:xfrm>
            <a:prstGeom prst="rect">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87041" tIns="43520" rIns="54000" bIns="43520"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r"/>
              <a:endParaRPr lang="en-GB" noProof="0" dirty="0">
                <a:latin typeface="+mn-lt"/>
                <a:cs typeface="Arial" pitchFamily="34" charset="0"/>
              </a:endParaRPr>
            </a:p>
          </p:txBody>
        </p:sp>
        <p:sp>
          <p:nvSpPr>
            <p:cNvPr id="13" name="SD_LAN_Confidential" hidden="1"/>
            <p:cNvSpPr txBox="1"/>
            <p:nvPr userDrawn="1"/>
          </p:nvSpPr>
          <p:spPr>
            <a:xfrm>
              <a:off x="136424" y="295273"/>
              <a:ext cx="1119813" cy="215444"/>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GB" sz="1400" cap="none" baseline="0" dirty="0">
                  <a:solidFill>
                    <a:srgbClr val="FFFFFF"/>
                  </a:solidFill>
                  <a:latin typeface="+mn-lt"/>
                  <a:cs typeface="Arial" pitchFamily="34" charset="0"/>
                </a:rPr>
                <a:t>Confidential</a:t>
              </a:r>
            </a:p>
          </p:txBody>
        </p:sp>
      </p:grpSp>
    </p:spTree>
    <p:extLst>
      <p:ext uri="{BB962C8B-B14F-4D97-AF65-F5344CB8AC3E}">
        <p14:creationId xmlns:p14="http://schemas.microsoft.com/office/powerpoint/2010/main" val="2881728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hapter slide with image">
    <p:spTree>
      <p:nvGrpSpPr>
        <p:cNvPr id="1" name=""/>
        <p:cNvGrpSpPr/>
        <p:nvPr/>
      </p:nvGrpSpPr>
      <p:grpSpPr>
        <a:xfrm>
          <a:off x="0" y="0"/>
          <a:ext cx="0" cy="0"/>
          <a:chOff x="0" y="0"/>
          <a:chExt cx="0" cy="0"/>
        </a:xfrm>
      </p:grpSpPr>
      <p:sp>
        <p:nvSpPr>
          <p:cNvPr id="15" name="Picture Placeholder 1"/>
          <p:cNvSpPr>
            <a:spLocks noGrp="1"/>
          </p:cNvSpPr>
          <p:nvPr>
            <p:ph type="pic" sz="quarter" idx="13" hasCustomPrompt="1"/>
          </p:nvPr>
        </p:nvSpPr>
        <p:spPr>
          <a:xfrm>
            <a:off x="179387" y="179388"/>
            <a:ext cx="11829600" cy="6497637"/>
          </a:xfrm>
          <a:blipFill>
            <a:blip r:embed="rId2"/>
            <a:stretch>
              <a:fillRect/>
            </a:stretch>
          </a:blipFill>
        </p:spPr>
        <p:txBody>
          <a:bodyPr/>
          <a:lstStyle>
            <a:lvl1pPr marL="0" indent="0" algn="ctr">
              <a:buNone/>
              <a:defRPr baseline="0">
                <a:solidFill>
                  <a:schemeClr val="bg1"/>
                </a:solidFill>
              </a:defRPr>
            </a:lvl1pPr>
          </a:lstStyle>
          <a:p>
            <a:r>
              <a:rPr lang="en-GB" dirty="0"/>
              <a:t>Click here, click Insert-tab, click Picture-button to browse for a picture</a:t>
            </a:r>
          </a:p>
        </p:txBody>
      </p:sp>
      <p:sp>
        <p:nvSpPr>
          <p:cNvPr id="2" name="Title 1"/>
          <p:cNvSpPr>
            <a:spLocks noGrp="1"/>
          </p:cNvSpPr>
          <p:nvPr>
            <p:ph type="ctrTitle" hasCustomPrompt="1"/>
          </p:nvPr>
        </p:nvSpPr>
        <p:spPr>
          <a:xfrm>
            <a:off x="1838848" y="1245996"/>
            <a:ext cx="8488952" cy="4360984"/>
          </a:xfrm>
          <a:solidFill>
            <a:srgbClr val="FAEFE5"/>
          </a:solidFill>
        </p:spPr>
        <p:txBody>
          <a:bodyPr lIns="774000" tIns="1735200" rIns="774000" bIns="0" anchor="t" anchorCtr="0"/>
          <a:lstStyle>
            <a:lvl1pPr algn="ctr">
              <a:lnSpc>
                <a:spcPct val="93000"/>
              </a:lnSpc>
              <a:defRPr sz="4800">
                <a:solidFill>
                  <a:srgbClr val="F35B1C"/>
                </a:solidFill>
              </a:defRPr>
            </a:lvl1pPr>
          </a:lstStyle>
          <a:p>
            <a:r>
              <a:rPr lang="en-GB" dirty="0"/>
              <a:t>Click to add chapter heading on two rows</a:t>
            </a:r>
          </a:p>
        </p:txBody>
      </p:sp>
      <p:sp>
        <p:nvSpPr>
          <p:cNvPr id="3" name="Subtitle 2"/>
          <p:cNvSpPr>
            <a:spLocks noGrp="1"/>
          </p:cNvSpPr>
          <p:nvPr>
            <p:ph type="subTitle" idx="1" hasCustomPrompt="1"/>
          </p:nvPr>
        </p:nvSpPr>
        <p:spPr>
          <a:xfrm>
            <a:off x="2619375" y="1835150"/>
            <a:ext cx="6948488" cy="854599"/>
          </a:xfrm>
        </p:spPr>
        <p:txBody>
          <a:bodyPr anchor="b" anchorCtr="0"/>
          <a:lstStyle>
            <a:lvl1pPr marL="0" indent="0" algn="ctr">
              <a:spcBef>
                <a:spcPts val="0"/>
              </a:spcBef>
              <a:buFont typeface="Arial" panose="020B0604020202020204" pitchFamily="34" charset="0"/>
              <a:buChar char="​"/>
              <a:defRPr sz="2400" baseline="0"/>
            </a:lvl1pPr>
            <a:lvl2pPr marL="0" indent="0" algn="l">
              <a:spcBef>
                <a:spcPts val="0"/>
              </a:spcBef>
              <a:buFont typeface="Arial" panose="020B0604020202020204" pitchFamily="34" charset="0"/>
              <a:buChar char="​"/>
              <a:defRPr sz="2000"/>
            </a:lvl2pPr>
            <a:lvl3pPr marL="0" indent="0" algn="l">
              <a:spcBef>
                <a:spcPts val="0"/>
              </a:spcBef>
              <a:buFont typeface="Arial" panose="020B0604020202020204" pitchFamily="34" charset="0"/>
              <a:buChar char="​"/>
              <a:defRPr sz="2000"/>
            </a:lvl3pPr>
            <a:lvl4pPr marL="0" indent="0" algn="l">
              <a:spcBef>
                <a:spcPts val="0"/>
              </a:spcBef>
              <a:buFont typeface="Arial" panose="020B0604020202020204" pitchFamily="34" charset="0"/>
              <a:buChar char="​"/>
              <a:defRPr sz="2000"/>
            </a:lvl4pPr>
            <a:lvl5pPr marL="0" indent="0" algn="l">
              <a:spcBef>
                <a:spcPts val="0"/>
              </a:spcBef>
              <a:buFont typeface="Arial" panose="020B0604020202020204" pitchFamily="34" charset="0"/>
              <a:buChar char="​"/>
              <a:defRPr sz="2000"/>
            </a:lvl5pPr>
            <a:lvl6pPr marL="0" indent="0" algn="l">
              <a:spcBef>
                <a:spcPts val="0"/>
              </a:spcBef>
              <a:buFont typeface="Arial" panose="020B0604020202020204" pitchFamily="34" charset="0"/>
              <a:buChar char="​"/>
              <a:defRPr sz="2000"/>
            </a:lvl6pPr>
            <a:lvl7pPr marL="0" indent="0" algn="l">
              <a:spcBef>
                <a:spcPts val="0"/>
              </a:spcBef>
              <a:buFont typeface="Arial" panose="020B0604020202020204" pitchFamily="34" charset="0"/>
              <a:buChar char="​"/>
              <a:defRPr sz="2000"/>
            </a:lvl7pPr>
            <a:lvl8pPr marL="0" indent="0" algn="l">
              <a:spcBef>
                <a:spcPts val="0"/>
              </a:spcBef>
              <a:buFont typeface="Arial" panose="020B0604020202020204" pitchFamily="34" charset="0"/>
              <a:buChar char="​"/>
              <a:defRPr sz="2000"/>
            </a:lvl8pPr>
            <a:lvl9pPr marL="0" indent="0" algn="l">
              <a:spcBef>
                <a:spcPts val="0"/>
              </a:spcBef>
              <a:buFont typeface="Arial" panose="020B0604020202020204" pitchFamily="34" charset="0"/>
              <a:buChar char="​"/>
              <a:defRPr sz="2000"/>
            </a:lvl9pPr>
          </a:lstStyle>
          <a:p>
            <a:r>
              <a:rPr lang="en-GB" dirty="0"/>
              <a:t>Insert introduction text</a:t>
            </a:r>
          </a:p>
        </p:txBody>
      </p:sp>
      <p:sp>
        <p:nvSpPr>
          <p:cNvPr id="4" name="Date_DateCustomA"/>
          <p:cNvSpPr>
            <a:spLocks noGrp="1"/>
          </p:cNvSpPr>
          <p:nvPr>
            <p:ph type="dt" sz="half" idx="10"/>
          </p:nvPr>
        </p:nvSpPr>
        <p:spPr>
          <a:xfrm>
            <a:off x="0" y="6912000"/>
            <a:ext cx="0" cy="0"/>
          </a:xfrm>
        </p:spPr>
        <p:txBody>
          <a:bodyPr/>
          <a:lstStyle>
            <a:lvl1pPr>
              <a:defRPr sz="100">
                <a:solidFill>
                  <a:schemeClr val="bg1"/>
                </a:solidFill>
              </a:defRPr>
            </a:lvl1pPr>
          </a:lstStyle>
          <a:p>
            <a:endParaRPr lang="en-GB" dirty="0"/>
          </a:p>
        </p:txBody>
      </p:sp>
      <p:sp>
        <p:nvSpPr>
          <p:cNvPr id="5" name="FLD_PresentationTitle"/>
          <p:cNvSpPr>
            <a:spLocks noGrp="1"/>
          </p:cNvSpPr>
          <p:nvPr>
            <p:ph type="ftr" sz="quarter" idx="11"/>
          </p:nvPr>
        </p:nvSpPr>
        <p:spPr>
          <a:xfrm>
            <a:off x="0" y="6912000"/>
            <a:ext cx="0" cy="0"/>
          </a:xfrm>
        </p:spPr>
        <p:txBody>
          <a:bodyPr/>
          <a:lstStyle>
            <a:lvl1pPr>
              <a:defRPr sz="100">
                <a:solidFill>
                  <a:schemeClr val="bg1"/>
                </a:solidFill>
              </a:defRPr>
            </a:lvl1pPr>
          </a:lstStyle>
          <a:p>
            <a:endParaRPr lang="en-GB" dirty="0"/>
          </a:p>
        </p:txBody>
      </p:sp>
      <p:sp>
        <p:nvSpPr>
          <p:cNvPr id="6" name="Slide Number Placeholder 5"/>
          <p:cNvSpPr>
            <a:spLocks noGrp="1"/>
          </p:cNvSpPr>
          <p:nvPr>
            <p:ph type="sldNum" sz="quarter" idx="12"/>
          </p:nvPr>
        </p:nvSpPr>
        <p:spPr>
          <a:xfrm>
            <a:off x="0" y="6912000"/>
            <a:ext cx="0" cy="0"/>
          </a:xfrm>
        </p:spPr>
        <p:txBody>
          <a:bodyPr/>
          <a:lstStyle>
            <a:lvl1pPr>
              <a:defRPr sz="100">
                <a:solidFill>
                  <a:schemeClr val="bg1"/>
                </a:solidFill>
              </a:defRPr>
            </a:lvl1pPr>
          </a:lstStyle>
          <a:p>
            <a:fld id="{24C8C45C-947F-4981-8B3F-4F32E973C901}" type="slidenum">
              <a:rPr lang="en-GB" smtClean="0"/>
              <a:pPr/>
              <a:t>‹#›</a:t>
            </a:fld>
            <a:endParaRPr lang="en-GB" dirty="0"/>
          </a:p>
        </p:txBody>
      </p:sp>
    </p:spTree>
    <p:extLst>
      <p:ext uri="{BB962C8B-B14F-4D97-AF65-F5344CB8AC3E}">
        <p14:creationId xmlns:p14="http://schemas.microsoft.com/office/powerpoint/2010/main" val="969937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hapter slide with background">
    <p:spTree>
      <p:nvGrpSpPr>
        <p:cNvPr id="1" name=""/>
        <p:cNvGrpSpPr/>
        <p:nvPr/>
      </p:nvGrpSpPr>
      <p:grpSpPr>
        <a:xfrm>
          <a:off x="0" y="0"/>
          <a:ext cx="0" cy="0"/>
          <a:chOff x="0" y="0"/>
          <a:chExt cx="0" cy="0"/>
        </a:xfrm>
      </p:grpSpPr>
      <p:pic>
        <p:nvPicPr>
          <p:cNvPr id="7" name="Gradient background picture"/>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81192" y="179507"/>
            <a:ext cx="11829615" cy="6498986"/>
          </a:xfrm>
          <a:prstGeom prst="rect">
            <a:avLst/>
          </a:prstGeom>
        </p:spPr>
      </p:pic>
      <p:sp>
        <p:nvSpPr>
          <p:cNvPr id="2" name="Title 1"/>
          <p:cNvSpPr>
            <a:spLocks noGrp="1"/>
          </p:cNvSpPr>
          <p:nvPr>
            <p:ph type="ctrTitle" hasCustomPrompt="1"/>
          </p:nvPr>
        </p:nvSpPr>
        <p:spPr>
          <a:xfrm>
            <a:off x="1838848" y="1245996"/>
            <a:ext cx="8488952" cy="4360984"/>
          </a:xfrm>
          <a:solidFill>
            <a:srgbClr val="FAEFE5"/>
          </a:solidFill>
        </p:spPr>
        <p:txBody>
          <a:bodyPr lIns="774000" tIns="1735200" rIns="774000" bIns="0" anchor="t" anchorCtr="0"/>
          <a:lstStyle>
            <a:lvl1pPr algn="ctr">
              <a:lnSpc>
                <a:spcPct val="93000"/>
              </a:lnSpc>
              <a:defRPr sz="4800">
                <a:solidFill>
                  <a:srgbClr val="F35B1C"/>
                </a:solidFill>
              </a:defRPr>
            </a:lvl1pPr>
          </a:lstStyle>
          <a:p>
            <a:r>
              <a:rPr lang="en-GB" dirty="0"/>
              <a:t>Click to add chapter heading on two rows</a:t>
            </a:r>
          </a:p>
        </p:txBody>
      </p:sp>
      <p:sp>
        <p:nvSpPr>
          <p:cNvPr id="3" name="Subtitle 2"/>
          <p:cNvSpPr>
            <a:spLocks noGrp="1"/>
          </p:cNvSpPr>
          <p:nvPr>
            <p:ph type="subTitle" idx="1" hasCustomPrompt="1"/>
          </p:nvPr>
        </p:nvSpPr>
        <p:spPr>
          <a:xfrm>
            <a:off x="2619375" y="1835150"/>
            <a:ext cx="6948488" cy="854599"/>
          </a:xfrm>
        </p:spPr>
        <p:txBody>
          <a:bodyPr anchor="b" anchorCtr="0"/>
          <a:lstStyle>
            <a:lvl1pPr marL="0" indent="0" algn="ctr">
              <a:spcBef>
                <a:spcPts val="0"/>
              </a:spcBef>
              <a:buFont typeface="Arial" panose="020B0604020202020204" pitchFamily="34" charset="0"/>
              <a:buChar char="​"/>
              <a:defRPr sz="2400" baseline="0"/>
            </a:lvl1pPr>
            <a:lvl2pPr marL="0" indent="0" algn="l">
              <a:spcBef>
                <a:spcPts val="0"/>
              </a:spcBef>
              <a:buFont typeface="Arial" panose="020B0604020202020204" pitchFamily="34" charset="0"/>
              <a:buChar char="​"/>
              <a:defRPr sz="2000"/>
            </a:lvl2pPr>
            <a:lvl3pPr marL="0" indent="0" algn="l">
              <a:spcBef>
                <a:spcPts val="0"/>
              </a:spcBef>
              <a:buFont typeface="Arial" panose="020B0604020202020204" pitchFamily="34" charset="0"/>
              <a:buChar char="​"/>
              <a:defRPr sz="2000"/>
            </a:lvl3pPr>
            <a:lvl4pPr marL="0" indent="0" algn="l">
              <a:spcBef>
                <a:spcPts val="0"/>
              </a:spcBef>
              <a:buFont typeface="Arial" panose="020B0604020202020204" pitchFamily="34" charset="0"/>
              <a:buChar char="​"/>
              <a:defRPr sz="2000"/>
            </a:lvl4pPr>
            <a:lvl5pPr marL="0" indent="0" algn="l">
              <a:spcBef>
                <a:spcPts val="0"/>
              </a:spcBef>
              <a:buFont typeface="Arial" panose="020B0604020202020204" pitchFamily="34" charset="0"/>
              <a:buChar char="​"/>
              <a:defRPr sz="2000"/>
            </a:lvl5pPr>
            <a:lvl6pPr marL="0" indent="0" algn="l">
              <a:spcBef>
                <a:spcPts val="0"/>
              </a:spcBef>
              <a:buFont typeface="Arial" panose="020B0604020202020204" pitchFamily="34" charset="0"/>
              <a:buChar char="​"/>
              <a:defRPr sz="2000"/>
            </a:lvl6pPr>
            <a:lvl7pPr marL="0" indent="0" algn="l">
              <a:spcBef>
                <a:spcPts val="0"/>
              </a:spcBef>
              <a:buFont typeface="Arial" panose="020B0604020202020204" pitchFamily="34" charset="0"/>
              <a:buChar char="​"/>
              <a:defRPr sz="2000"/>
            </a:lvl7pPr>
            <a:lvl8pPr marL="0" indent="0" algn="l">
              <a:spcBef>
                <a:spcPts val="0"/>
              </a:spcBef>
              <a:buFont typeface="Arial" panose="020B0604020202020204" pitchFamily="34" charset="0"/>
              <a:buChar char="​"/>
              <a:defRPr sz="2000"/>
            </a:lvl8pPr>
            <a:lvl9pPr marL="0" indent="0" algn="l">
              <a:spcBef>
                <a:spcPts val="0"/>
              </a:spcBef>
              <a:buFont typeface="Arial" panose="020B0604020202020204" pitchFamily="34" charset="0"/>
              <a:buChar char="​"/>
              <a:defRPr sz="2000"/>
            </a:lvl9pPr>
          </a:lstStyle>
          <a:p>
            <a:r>
              <a:rPr lang="en-GB" dirty="0"/>
              <a:t>Insert introduction text</a:t>
            </a:r>
          </a:p>
        </p:txBody>
      </p:sp>
      <p:sp>
        <p:nvSpPr>
          <p:cNvPr id="4" name="Date_DateCustomA"/>
          <p:cNvSpPr>
            <a:spLocks noGrp="1"/>
          </p:cNvSpPr>
          <p:nvPr>
            <p:ph type="dt" sz="half" idx="10"/>
          </p:nvPr>
        </p:nvSpPr>
        <p:spPr>
          <a:xfrm>
            <a:off x="0" y="6912000"/>
            <a:ext cx="0" cy="0"/>
          </a:xfrm>
        </p:spPr>
        <p:txBody>
          <a:bodyPr/>
          <a:lstStyle>
            <a:lvl1pPr>
              <a:defRPr sz="100">
                <a:solidFill>
                  <a:schemeClr val="bg1"/>
                </a:solidFill>
              </a:defRPr>
            </a:lvl1pPr>
          </a:lstStyle>
          <a:p>
            <a:endParaRPr lang="en-GB" dirty="0"/>
          </a:p>
        </p:txBody>
      </p:sp>
      <p:sp>
        <p:nvSpPr>
          <p:cNvPr id="5" name="FLD_PresentationTitle"/>
          <p:cNvSpPr>
            <a:spLocks noGrp="1"/>
          </p:cNvSpPr>
          <p:nvPr>
            <p:ph type="ftr" sz="quarter" idx="11"/>
          </p:nvPr>
        </p:nvSpPr>
        <p:spPr>
          <a:xfrm>
            <a:off x="0" y="6912000"/>
            <a:ext cx="0" cy="0"/>
          </a:xfrm>
        </p:spPr>
        <p:txBody>
          <a:bodyPr/>
          <a:lstStyle>
            <a:lvl1pPr>
              <a:defRPr sz="100">
                <a:solidFill>
                  <a:schemeClr val="bg1"/>
                </a:solidFill>
              </a:defRPr>
            </a:lvl1pPr>
          </a:lstStyle>
          <a:p>
            <a:endParaRPr lang="en-GB" dirty="0"/>
          </a:p>
        </p:txBody>
      </p:sp>
      <p:sp>
        <p:nvSpPr>
          <p:cNvPr id="6" name="Slide Number Placeholder 5"/>
          <p:cNvSpPr>
            <a:spLocks noGrp="1"/>
          </p:cNvSpPr>
          <p:nvPr>
            <p:ph type="sldNum" sz="quarter" idx="12"/>
          </p:nvPr>
        </p:nvSpPr>
        <p:spPr>
          <a:xfrm>
            <a:off x="0" y="6912000"/>
            <a:ext cx="0" cy="0"/>
          </a:xfrm>
        </p:spPr>
        <p:txBody>
          <a:bodyPr/>
          <a:lstStyle>
            <a:lvl1pPr>
              <a:defRPr sz="100">
                <a:solidFill>
                  <a:schemeClr val="bg1"/>
                </a:solidFill>
              </a:defRPr>
            </a:lvl1pPr>
          </a:lstStyle>
          <a:p>
            <a:fld id="{24C8C45C-947F-4981-8B3F-4F32E973C901}" type="slidenum">
              <a:rPr lang="en-GB" smtClean="0"/>
              <a:pPr/>
              <a:t>‹#›</a:t>
            </a:fld>
            <a:endParaRPr lang="en-GB" dirty="0"/>
          </a:p>
        </p:txBody>
      </p:sp>
    </p:spTree>
    <p:extLst>
      <p:ext uri="{BB962C8B-B14F-4D97-AF65-F5344CB8AC3E}">
        <p14:creationId xmlns:p14="http://schemas.microsoft.com/office/powerpoint/2010/main" val="1408122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15" name="Background"/>
          <p:cNvSpPr/>
          <p:nvPr userDrawn="1"/>
        </p:nvSpPr>
        <p:spPr>
          <a:xfrm>
            <a:off x="179388" y="1264809"/>
            <a:ext cx="11829600" cy="5412215"/>
          </a:xfrm>
          <a:prstGeom prst="rect">
            <a:avLst/>
          </a:prstGeom>
          <a:solidFill>
            <a:srgbClr val="FAEF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noProof="0" dirty="0" err="1"/>
          </a:p>
        </p:txBody>
      </p:sp>
      <p:sp>
        <p:nvSpPr>
          <p:cNvPr id="3" name="Date_DateCustomA"/>
          <p:cNvSpPr>
            <a:spLocks noGrp="1"/>
          </p:cNvSpPr>
          <p:nvPr>
            <p:ph type="dt" sz="half" idx="10"/>
          </p:nvPr>
        </p:nvSpPr>
        <p:spPr>
          <a:xfrm>
            <a:off x="0" y="6912000"/>
            <a:ext cx="0" cy="0"/>
          </a:xfrm>
        </p:spPr>
        <p:txBody>
          <a:bodyPr/>
          <a:lstStyle>
            <a:lvl1pPr>
              <a:defRPr sz="100">
                <a:noFill/>
              </a:defRPr>
            </a:lvl1pPr>
          </a:lstStyle>
          <a:p>
            <a:endParaRPr lang="en-GB" dirty="0"/>
          </a:p>
        </p:txBody>
      </p:sp>
      <p:sp>
        <p:nvSpPr>
          <p:cNvPr id="4" name="FLD_PresentationTitle"/>
          <p:cNvSpPr>
            <a:spLocks noGrp="1"/>
          </p:cNvSpPr>
          <p:nvPr>
            <p:ph type="ftr" sz="quarter" idx="11"/>
          </p:nvPr>
        </p:nvSpPr>
        <p:spPr>
          <a:xfrm>
            <a:off x="0" y="6912000"/>
            <a:ext cx="0" cy="0"/>
          </a:xfrm>
        </p:spPr>
        <p:txBody>
          <a:bodyPr/>
          <a:lstStyle>
            <a:lvl1pPr>
              <a:defRPr sz="100">
                <a:noFill/>
              </a:defRPr>
            </a:lvl1pPr>
          </a:lstStyle>
          <a:p>
            <a:endParaRPr lang="en-GB" dirty="0"/>
          </a:p>
        </p:txBody>
      </p:sp>
      <p:sp>
        <p:nvSpPr>
          <p:cNvPr id="5" name="Slide Number Placeholder 4"/>
          <p:cNvSpPr>
            <a:spLocks noGrp="1"/>
          </p:cNvSpPr>
          <p:nvPr>
            <p:ph type="sldNum" sz="quarter" idx="12"/>
          </p:nvPr>
        </p:nvSpPr>
        <p:spPr>
          <a:xfrm>
            <a:off x="0" y="6912000"/>
            <a:ext cx="0" cy="0"/>
          </a:xfrm>
        </p:spPr>
        <p:txBody>
          <a:bodyPr/>
          <a:lstStyle>
            <a:lvl1pPr>
              <a:defRPr sz="100">
                <a:noFill/>
              </a:defRPr>
            </a:lvl1pPr>
          </a:lstStyle>
          <a:p>
            <a:fld id="{24C8C45C-947F-4981-8B3F-4F32E973C901}" type="slidenum">
              <a:rPr lang="en-GB" smtClean="0"/>
              <a:pPr/>
              <a:t>‹#›</a:t>
            </a:fld>
            <a:endParaRPr lang="en-GB" dirty="0"/>
          </a:p>
        </p:txBody>
      </p:sp>
      <p:sp>
        <p:nvSpPr>
          <p:cNvPr id="16" name="Title 1"/>
          <p:cNvSpPr>
            <a:spLocks noGrp="1"/>
          </p:cNvSpPr>
          <p:nvPr>
            <p:ph type="title" hasCustomPrompt="1"/>
          </p:nvPr>
        </p:nvSpPr>
        <p:spPr>
          <a:xfrm>
            <a:off x="790575" y="481665"/>
            <a:ext cx="10614026" cy="783144"/>
          </a:xfrm>
        </p:spPr>
        <p:txBody>
          <a:bodyPr/>
          <a:lstStyle>
            <a:lvl1pPr>
              <a:defRPr/>
            </a:lvl1pPr>
          </a:lstStyle>
          <a:p>
            <a:r>
              <a:rPr lang="en-GB" dirty="0"/>
              <a:t>Click to add Agenda heading</a:t>
            </a:r>
          </a:p>
        </p:txBody>
      </p:sp>
      <p:sp>
        <p:nvSpPr>
          <p:cNvPr id="10" name="Text Placeholder 2"/>
          <p:cNvSpPr>
            <a:spLocks noGrp="1"/>
          </p:cNvSpPr>
          <p:nvPr>
            <p:ph type="body" sz="quarter" idx="13" hasCustomPrompt="1"/>
          </p:nvPr>
        </p:nvSpPr>
        <p:spPr>
          <a:xfrm>
            <a:off x="784225" y="1763713"/>
            <a:ext cx="10620375" cy="4175125"/>
          </a:xfrm>
        </p:spPr>
        <p:txBody>
          <a:bodyPr/>
          <a:lstStyle>
            <a:lvl1pPr marL="360000" indent="-360000">
              <a:spcBef>
                <a:spcPts val="600"/>
              </a:spcBef>
              <a:buClr>
                <a:schemeClr val="accent3"/>
              </a:buClr>
              <a:buFont typeface="Symbol" panose="05050102010706020507" pitchFamily="18" charset="2"/>
              <a:buChar char="·"/>
              <a:defRPr sz="2200"/>
            </a:lvl1pPr>
            <a:lvl2pPr marL="720000" indent="-360000">
              <a:spcBef>
                <a:spcPts val="600"/>
              </a:spcBef>
              <a:buClr>
                <a:schemeClr val="accent3"/>
              </a:buClr>
              <a:buSzPct val="95000"/>
              <a:buFont typeface="Arial" panose="020B0604020202020204" pitchFamily="34" charset="0"/>
              <a:buChar char="○"/>
              <a:defRPr sz="2200"/>
            </a:lvl2pPr>
            <a:lvl3pPr marL="1080000" indent="-360000">
              <a:spcBef>
                <a:spcPts val="600"/>
              </a:spcBef>
              <a:buClr>
                <a:schemeClr val="accent3"/>
              </a:buClr>
              <a:buFont typeface="Wingdings 2" panose="05020102010507070707" pitchFamily="18" charset="2"/>
              <a:buChar char="¡"/>
              <a:defRPr sz="2200"/>
            </a:lvl3pPr>
            <a:lvl4pPr marL="1080000" indent="-360000">
              <a:spcBef>
                <a:spcPts val="600"/>
              </a:spcBef>
              <a:buClr>
                <a:schemeClr val="accent3"/>
              </a:buClr>
              <a:buFont typeface="Wingdings 2" panose="05020102010507070707" pitchFamily="18" charset="2"/>
              <a:buChar char="¡"/>
              <a:defRPr sz="2200"/>
            </a:lvl4pPr>
            <a:lvl5pPr marL="1080000" indent="-360000">
              <a:spcBef>
                <a:spcPts val="600"/>
              </a:spcBef>
              <a:buClr>
                <a:schemeClr val="accent3"/>
              </a:buClr>
              <a:buFont typeface="Wingdings 2" panose="05020102010507070707" pitchFamily="18" charset="2"/>
              <a:buChar char="¡"/>
              <a:defRPr sz="2200"/>
            </a:lvl5pPr>
            <a:lvl6pPr marL="1080000" indent="-360000">
              <a:spcBef>
                <a:spcPts val="600"/>
              </a:spcBef>
              <a:buClr>
                <a:schemeClr val="accent3"/>
              </a:buClr>
              <a:buFont typeface="Wingdings 2" panose="05020102010507070707" pitchFamily="18" charset="2"/>
              <a:buChar char="¡"/>
              <a:defRPr sz="2200"/>
            </a:lvl6pPr>
            <a:lvl7pPr marL="1080000" indent="-360000">
              <a:spcBef>
                <a:spcPts val="600"/>
              </a:spcBef>
              <a:buClr>
                <a:schemeClr val="accent3"/>
              </a:buClr>
              <a:buFont typeface="Wingdings 2" panose="05020102010507070707" pitchFamily="18" charset="2"/>
              <a:buChar char="¡"/>
              <a:defRPr sz="2200"/>
            </a:lvl7pPr>
            <a:lvl8pPr marL="1080000" indent="-360000">
              <a:spcBef>
                <a:spcPts val="600"/>
              </a:spcBef>
              <a:buClr>
                <a:schemeClr val="accent3"/>
              </a:buClr>
              <a:buFont typeface="Wingdings 2" panose="05020102010507070707" pitchFamily="18" charset="2"/>
              <a:buChar char="¡"/>
              <a:defRPr sz="2200"/>
            </a:lvl8pPr>
            <a:lvl9pPr marL="1080000" indent="-360000">
              <a:spcBef>
                <a:spcPts val="600"/>
              </a:spcBef>
              <a:buClr>
                <a:schemeClr val="accent3"/>
              </a:buClr>
              <a:buFont typeface="Wingdings 2" panose="05020102010507070707" pitchFamily="18" charset="2"/>
              <a:buChar char="¡"/>
              <a:defRPr sz="2200"/>
            </a:lvl9pPr>
          </a:lstStyle>
          <a:p>
            <a:pPr lvl="0"/>
            <a:r>
              <a:rPr lang="en-GB" dirty="0"/>
              <a:t>Click to add text</a:t>
            </a:r>
          </a:p>
          <a:p>
            <a:pPr lvl="1"/>
            <a:r>
              <a:rPr lang="en-GB" dirty="0"/>
              <a:t>Second level</a:t>
            </a:r>
          </a:p>
          <a:p>
            <a:pPr lvl="2"/>
            <a:r>
              <a:rPr lang="en-GB" dirty="0"/>
              <a:t>Third level</a:t>
            </a:r>
          </a:p>
        </p:txBody>
      </p:sp>
    </p:spTree>
    <p:extLst>
      <p:ext uri="{BB962C8B-B14F-4D97-AF65-F5344CB8AC3E}">
        <p14:creationId xmlns:p14="http://schemas.microsoft.com/office/powerpoint/2010/main" val="2143760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ig message I">
    <p:spTree>
      <p:nvGrpSpPr>
        <p:cNvPr id="1" name=""/>
        <p:cNvGrpSpPr/>
        <p:nvPr/>
      </p:nvGrpSpPr>
      <p:grpSpPr>
        <a:xfrm>
          <a:off x="0" y="0"/>
          <a:ext cx="0" cy="0"/>
          <a:chOff x="0" y="0"/>
          <a:chExt cx="0" cy="0"/>
        </a:xfrm>
      </p:grpSpPr>
      <p:sp>
        <p:nvSpPr>
          <p:cNvPr id="10" name="Background"/>
          <p:cNvSpPr/>
          <p:nvPr userDrawn="1"/>
        </p:nvSpPr>
        <p:spPr>
          <a:xfrm>
            <a:off x="179388" y="179388"/>
            <a:ext cx="11829600" cy="6497637"/>
          </a:xfrm>
          <a:prstGeom prst="rect">
            <a:avLst/>
          </a:prstGeom>
          <a:solidFill>
            <a:srgbClr val="FAEF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noProof="0" dirty="0" err="1"/>
          </a:p>
        </p:txBody>
      </p:sp>
      <p:sp>
        <p:nvSpPr>
          <p:cNvPr id="7" name="Title 1"/>
          <p:cNvSpPr>
            <a:spLocks noGrp="1"/>
          </p:cNvSpPr>
          <p:nvPr>
            <p:ph type="title" hasCustomPrompt="1"/>
          </p:nvPr>
        </p:nvSpPr>
        <p:spPr>
          <a:xfrm>
            <a:off x="2224087" y="1763713"/>
            <a:ext cx="7740651" cy="2036219"/>
          </a:xfrm>
        </p:spPr>
        <p:txBody>
          <a:bodyPr anchor="b" anchorCtr="0"/>
          <a:lstStyle>
            <a:lvl1pPr algn="ctr">
              <a:lnSpc>
                <a:spcPct val="93000"/>
              </a:lnSpc>
              <a:defRPr sz="4800" baseline="0"/>
            </a:lvl1pPr>
          </a:lstStyle>
          <a:p>
            <a:r>
              <a:rPr lang="en-GB" dirty="0"/>
              <a:t>Click to add heading on one, two or three rows</a:t>
            </a:r>
          </a:p>
        </p:txBody>
      </p:sp>
      <p:sp>
        <p:nvSpPr>
          <p:cNvPr id="3" name="Subtitle 2"/>
          <p:cNvSpPr>
            <a:spLocks noGrp="1"/>
          </p:cNvSpPr>
          <p:nvPr>
            <p:ph type="subTitle" idx="1" hasCustomPrompt="1"/>
          </p:nvPr>
        </p:nvSpPr>
        <p:spPr>
          <a:xfrm>
            <a:off x="2619375" y="4325510"/>
            <a:ext cx="6948488" cy="813021"/>
          </a:xfrm>
        </p:spPr>
        <p:txBody>
          <a:bodyPr anchor="t" anchorCtr="0"/>
          <a:lstStyle>
            <a:lvl1pPr marL="0" indent="0" algn="ctr">
              <a:lnSpc>
                <a:spcPct val="121000"/>
              </a:lnSpc>
              <a:spcBef>
                <a:spcPts val="0"/>
              </a:spcBef>
              <a:buFont typeface="Arial" panose="020B0604020202020204" pitchFamily="34" charset="0"/>
              <a:buChar char="​"/>
              <a:defRPr sz="2200" baseline="0"/>
            </a:lvl1pPr>
            <a:lvl2pPr marL="0" indent="0" algn="l">
              <a:spcBef>
                <a:spcPts val="0"/>
              </a:spcBef>
              <a:buFont typeface="Arial" panose="020B0604020202020204" pitchFamily="34" charset="0"/>
              <a:buChar char="​"/>
              <a:defRPr sz="2000"/>
            </a:lvl2pPr>
            <a:lvl3pPr marL="0" indent="0" algn="l">
              <a:spcBef>
                <a:spcPts val="0"/>
              </a:spcBef>
              <a:buFont typeface="Arial" panose="020B0604020202020204" pitchFamily="34" charset="0"/>
              <a:buChar char="​"/>
              <a:defRPr sz="2000"/>
            </a:lvl3pPr>
            <a:lvl4pPr marL="0" indent="0" algn="l">
              <a:spcBef>
                <a:spcPts val="0"/>
              </a:spcBef>
              <a:buFont typeface="Arial" panose="020B0604020202020204" pitchFamily="34" charset="0"/>
              <a:buChar char="​"/>
              <a:defRPr sz="2000"/>
            </a:lvl4pPr>
            <a:lvl5pPr marL="0" indent="0" algn="l">
              <a:spcBef>
                <a:spcPts val="0"/>
              </a:spcBef>
              <a:buFont typeface="Arial" panose="020B0604020202020204" pitchFamily="34" charset="0"/>
              <a:buChar char="​"/>
              <a:defRPr sz="2000"/>
            </a:lvl5pPr>
            <a:lvl6pPr marL="0" indent="0" algn="l">
              <a:spcBef>
                <a:spcPts val="0"/>
              </a:spcBef>
              <a:buFont typeface="Arial" panose="020B0604020202020204" pitchFamily="34" charset="0"/>
              <a:buChar char="​"/>
              <a:defRPr sz="2000"/>
            </a:lvl6pPr>
            <a:lvl7pPr marL="0" indent="0" algn="l">
              <a:spcBef>
                <a:spcPts val="0"/>
              </a:spcBef>
              <a:buFont typeface="Arial" panose="020B0604020202020204" pitchFamily="34" charset="0"/>
              <a:buChar char="​"/>
              <a:defRPr sz="2000"/>
            </a:lvl7pPr>
            <a:lvl8pPr marL="0" indent="0" algn="l">
              <a:spcBef>
                <a:spcPts val="0"/>
              </a:spcBef>
              <a:buFont typeface="Arial" panose="020B0604020202020204" pitchFamily="34" charset="0"/>
              <a:buChar char="​"/>
              <a:defRPr sz="2000"/>
            </a:lvl8pPr>
            <a:lvl9pPr marL="0" indent="0" algn="l">
              <a:spcBef>
                <a:spcPts val="0"/>
              </a:spcBef>
              <a:buFont typeface="Arial" panose="020B0604020202020204" pitchFamily="34" charset="0"/>
              <a:buChar char="​"/>
              <a:defRPr sz="2000"/>
            </a:lvl9pPr>
          </a:lstStyle>
          <a:p>
            <a:r>
              <a:rPr lang="en-GB" dirty="0"/>
              <a:t>Click to add text in one or two rows</a:t>
            </a:r>
          </a:p>
        </p:txBody>
      </p:sp>
      <p:sp>
        <p:nvSpPr>
          <p:cNvPr id="4" name="Date_DateCustomA"/>
          <p:cNvSpPr>
            <a:spLocks noGrp="1"/>
          </p:cNvSpPr>
          <p:nvPr>
            <p:ph type="dt" sz="half" idx="10"/>
          </p:nvPr>
        </p:nvSpPr>
        <p:spPr>
          <a:xfrm>
            <a:off x="0" y="6912000"/>
            <a:ext cx="0" cy="0"/>
          </a:xfrm>
        </p:spPr>
        <p:txBody>
          <a:bodyPr/>
          <a:lstStyle>
            <a:lvl1pPr>
              <a:defRPr sz="100">
                <a:solidFill>
                  <a:schemeClr val="bg1"/>
                </a:solidFill>
              </a:defRPr>
            </a:lvl1pPr>
          </a:lstStyle>
          <a:p>
            <a:endParaRPr lang="en-GB" dirty="0"/>
          </a:p>
        </p:txBody>
      </p:sp>
      <p:sp>
        <p:nvSpPr>
          <p:cNvPr id="5" name="FLD_PresentationTitle"/>
          <p:cNvSpPr>
            <a:spLocks noGrp="1"/>
          </p:cNvSpPr>
          <p:nvPr>
            <p:ph type="ftr" sz="quarter" idx="11"/>
          </p:nvPr>
        </p:nvSpPr>
        <p:spPr>
          <a:xfrm>
            <a:off x="0" y="6912000"/>
            <a:ext cx="0" cy="0"/>
          </a:xfrm>
        </p:spPr>
        <p:txBody>
          <a:bodyPr/>
          <a:lstStyle>
            <a:lvl1pPr>
              <a:defRPr sz="100">
                <a:solidFill>
                  <a:schemeClr val="bg1"/>
                </a:solidFill>
              </a:defRPr>
            </a:lvl1pPr>
          </a:lstStyle>
          <a:p>
            <a:endParaRPr lang="en-GB" dirty="0"/>
          </a:p>
        </p:txBody>
      </p:sp>
      <p:sp>
        <p:nvSpPr>
          <p:cNvPr id="6" name="Slide Number Placeholder 5"/>
          <p:cNvSpPr>
            <a:spLocks noGrp="1"/>
          </p:cNvSpPr>
          <p:nvPr>
            <p:ph type="sldNum" sz="quarter" idx="12"/>
          </p:nvPr>
        </p:nvSpPr>
        <p:spPr>
          <a:xfrm>
            <a:off x="0" y="6912000"/>
            <a:ext cx="0" cy="0"/>
          </a:xfrm>
        </p:spPr>
        <p:txBody>
          <a:bodyPr/>
          <a:lstStyle>
            <a:lvl1pPr>
              <a:defRPr sz="100">
                <a:solidFill>
                  <a:schemeClr val="bg1"/>
                </a:solidFill>
              </a:defRPr>
            </a:lvl1pPr>
          </a:lstStyle>
          <a:p>
            <a:fld id="{24C8C45C-947F-4981-8B3F-4F32E973C901}" type="slidenum">
              <a:rPr lang="en-GB" smtClean="0"/>
              <a:pPr/>
              <a:t>‹#›</a:t>
            </a:fld>
            <a:endParaRPr lang="en-GB" dirty="0"/>
          </a:p>
        </p:txBody>
      </p:sp>
    </p:spTree>
    <p:extLst>
      <p:ext uri="{BB962C8B-B14F-4D97-AF65-F5344CB8AC3E}">
        <p14:creationId xmlns:p14="http://schemas.microsoft.com/office/powerpoint/2010/main" val="643187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ig message II">
    <p:spTree>
      <p:nvGrpSpPr>
        <p:cNvPr id="1" name=""/>
        <p:cNvGrpSpPr/>
        <p:nvPr/>
      </p:nvGrpSpPr>
      <p:grpSpPr>
        <a:xfrm>
          <a:off x="0" y="0"/>
          <a:ext cx="0" cy="0"/>
          <a:chOff x="0" y="0"/>
          <a:chExt cx="0" cy="0"/>
        </a:xfrm>
      </p:grpSpPr>
      <p:sp>
        <p:nvSpPr>
          <p:cNvPr id="10" name="Background"/>
          <p:cNvSpPr/>
          <p:nvPr userDrawn="1"/>
        </p:nvSpPr>
        <p:spPr>
          <a:xfrm>
            <a:off x="179388" y="179388"/>
            <a:ext cx="11829600" cy="6497637"/>
          </a:xfrm>
          <a:prstGeom prst="rect">
            <a:avLst/>
          </a:prstGeom>
          <a:solidFill>
            <a:srgbClr val="FBF2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noProof="0" dirty="0" err="1"/>
          </a:p>
        </p:txBody>
      </p:sp>
      <p:sp>
        <p:nvSpPr>
          <p:cNvPr id="7" name="Title 1"/>
          <p:cNvSpPr>
            <a:spLocks noGrp="1"/>
          </p:cNvSpPr>
          <p:nvPr>
            <p:ph type="title" hasCustomPrompt="1"/>
          </p:nvPr>
        </p:nvSpPr>
        <p:spPr>
          <a:xfrm>
            <a:off x="2224087" y="1763713"/>
            <a:ext cx="7740651" cy="2036219"/>
          </a:xfrm>
        </p:spPr>
        <p:txBody>
          <a:bodyPr anchor="b" anchorCtr="0"/>
          <a:lstStyle>
            <a:lvl1pPr algn="ctr">
              <a:lnSpc>
                <a:spcPct val="93000"/>
              </a:lnSpc>
              <a:defRPr sz="4800" baseline="0">
                <a:solidFill>
                  <a:schemeClr val="tx1"/>
                </a:solidFill>
              </a:defRPr>
            </a:lvl1pPr>
          </a:lstStyle>
          <a:p>
            <a:r>
              <a:rPr lang="en-GB" dirty="0"/>
              <a:t>Click to add heading on one, two or three rows</a:t>
            </a:r>
          </a:p>
        </p:txBody>
      </p:sp>
      <p:sp>
        <p:nvSpPr>
          <p:cNvPr id="3" name="Subtitle 2"/>
          <p:cNvSpPr>
            <a:spLocks noGrp="1"/>
          </p:cNvSpPr>
          <p:nvPr>
            <p:ph type="subTitle" idx="1" hasCustomPrompt="1"/>
          </p:nvPr>
        </p:nvSpPr>
        <p:spPr>
          <a:xfrm>
            <a:off x="2619375" y="4327199"/>
            <a:ext cx="6948488" cy="813600"/>
          </a:xfrm>
        </p:spPr>
        <p:txBody>
          <a:bodyPr anchor="t" anchorCtr="0"/>
          <a:lstStyle>
            <a:lvl1pPr marL="0" indent="0" algn="ctr">
              <a:lnSpc>
                <a:spcPct val="121000"/>
              </a:lnSpc>
              <a:spcBef>
                <a:spcPts val="0"/>
              </a:spcBef>
              <a:buFont typeface="Arial" panose="020B0604020202020204" pitchFamily="34" charset="0"/>
              <a:buChar char="​"/>
              <a:defRPr sz="2200" baseline="0"/>
            </a:lvl1pPr>
            <a:lvl2pPr marL="0" indent="0" algn="l">
              <a:spcBef>
                <a:spcPts val="0"/>
              </a:spcBef>
              <a:buFont typeface="Arial" panose="020B0604020202020204" pitchFamily="34" charset="0"/>
              <a:buChar char="​"/>
              <a:defRPr sz="2000"/>
            </a:lvl2pPr>
            <a:lvl3pPr marL="0" indent="0" algn="l">
              <a:spcBef>
                <a:spcPts val="0"/>
              </a:spcBef>
              <a:buFont typeface="Arial" panose="020B0604020202020204" pitchFamily="34" charset="0"/>
              <a:buChar char="​"/>
              <a:defRPr sz="2000"/>
            </a:lvl3pPr>
            <a:lvl4pPr marL="0" indent="0" algn="l">
              <a:spcBef>
                <a:spcPts val="0"/>
              </a:spcBef>
              <a:buFont typeface="Arial" panose="020B0604020202020204" pitchFamily="34" charset="0"/>
              <a:buChar char="​"/>
              <a:defRPr sz="2000"/>
            </a:lvl4pPr>
            <a:lvl5pPr marL="0" indent="0" algn="l">
              <a:spcBef>
                <a:spcPts val="0"/>
              </a:spcBef>
              <a:buFont typeface="Arial" panose="020B0604020202020204" pitchFamily="34" charset="0"/>
              <a:buChar char="​"/>
              <a:defRPr sz="2000"/>
            </a:lvl5pPr>
            <a:lvl6pPr marL="0" indent="0" algn="l">
              <a:spcBef>
                <a:spcPts val="0"/>
              </a:spcBef>
              <a:buFont typeface="Arial" panose="020B0604020202020204" pitchFamily="34" charset="0"/>
              <a:buChar char="​"/>
              <a:defRPr sz="2000"/>
            </a:lvl6pPr>
            <a:lvl7pPr marL="0" indent="0" algn="l">
              <a:spcBef>
                <a:spcPts val="0"/>
              </a:spcBef>
              <a:buFont typeface="Arial" panose="020B0604020202020204" pitchFamily="34" charset="0"/>
              <a:buChar char="​"/>
              <a:defRPr sz="2000"/>
            </a:lvl7pPr>
            <a:lvl8pPr marL="0" indent="0" algn="l">
              <a:spcBef>
                <a:spcPts val="0"/>
              </a:spcBef>
              <a:buFont typeface="Arial" panose="020B0604020202020204" pitchFamily="34" charset="0"/>
              <a:buChar char="​"/>
              <a:defRPr sz="2000"/>
            </a:lvl8pPr>
            <a:lvl9pPr marL="0" indent="0" algn="l">
              <a:spcBef>
                <a:spcPts val="0"/>
              </a:spcBef>
              <a:buFont typeface="Arial" panose="020B0604020202020204" pitchFamily="34" charset="0"/>
              <a:buChar char="​"/>
              <a:defRPr sz="2000"/>
            </a:lvl9pPr>
          </a:lstStyle>
          <a:p>
            <a:r>
              <a:rPr lang="en-GB" dirty="0"/>
              <a:t>Click to add text in one or two rows</a:t>
            </a:r>
          </a:p>
        </p:txBody>
      </p:sp>
      <p:sp>
        <p:nvSpPr>
          <p:cNvPr id="4" name="Date_DateCustomA"/>
          <p:cNvSpPr>
            <a:spLocks noGrp="1"/>
          </p:cNvSpPr>
          <p:nvPr>
            <p:ph type="dt" sz="half" idx="10"/>
          </p:nvPr>
        </p:nvSpPr>
        <p:spPr>
          <a:xfrm>
            <a:off x="0" y="6912000"/>
            <a:ext cx="0" cy="0"/>
          </a:xfrm>
        </p:spPr>
        <p:txBody>
          <a:bodyPr/>
          <a:lstStyle>
            <a:lvl1pPr>
              <a:defRPr sz="100">
                <a:solidFill>
                  <a:schemeClr val="bg1"/>
                </a:solidFill>
              </a:defRPr>
            </a:lvl1pPr>
          </a:lstStyle>
          <a:p>
            <a:endParaRPr lang="en-GB" dirty="0"/>
          </a:p>
        </p:txBody>
      </p:sp>
      <p:sp>
        <p:nvSpPr>
          <p:cNvPr id="5" name="FLD_PresentationTitle"/>
          <p:cNvSpPr>
            <a:spLocks noGrp="1"/>
          </p:cNvSpPr>
          <p:nvPr>
            <p:ph type="ftr" sz="quarter" idx="11"/>
          </p:nvPr>
        </p:nvSpPr>
        <p:spPr>
          <a:xfrm>
            <a:off x="0" y="6912000"/>
            <a:ext cx="0" cy="0"/>
          </a:xfrm>
        </p:spPr>
        <p:txBody>
          <a:bodyPr/>
          <a:lstStyle>
            <a:lvl1pPr>
              <a:defRPr sz="100">
                <a:solidFill>
                  <a:schemeClr val="bg1"/>
                </a:solidFill>
              </a:defRPr>
            </a:lvl1pPr>
          </a:lstStyle>
          <a:p>
            <a:endParaRPr lang="en-GB" dirty="0"/>
          </a:p>
        </p:txBody>
      </p:sp>
      <p:sp>
        <p:nvSpPr>
          <p:cNvPr id="6" name="Slide Number Placeholder 5"/>
          <p:cNvSpPr>
            <a:spLocks noGrp="1"/>
          </p:cNvSpPr>
          <p:nvPr>
            <p:ph type="sldNum" sz="quarter" idx="12"/>
          </p:nvPr>
        </p:nvSpPr>
        <p:spPr>
          <a:xfrm>
            <a:off x="0" y="6912000"/>
            <a:ext cx="0" cy="0"/>
          </a:xfrm>
        </p:spPr>
        <p:txBody>
          <a:bodyPr/>
          <a:lstStyle>
            <a:lvl1pPr>
              <a:defRPr sz="100">
                <a:solidFill>
                  <a:schemeClr val="bg1"/>
                </a:solidFill>
              </a:defRPr>
            </a:lvl1pPr>
          </a:lstStyle>
          <a:p>
            <a:fld id="{24C8C45C-947F-4981-8B3F-4F32E973C901}" type="slidenum">
              <a:rPr lang="en-GB" smtClean="0"/>
              <a:pPr/>
              <a:t>‹#›</a:t>
            </a:fld>
            <a:endParaRPr lang="en-GB" dirty="0"/>
          </a:p>
        </p:txBody>
      </p:sp>
    </p:spTree>
    <p:extLst>
      <p:ext uri="{BB962C8B-B14F-4D97-AF65-F5344CB8AC3E}">
        <p14:creationId xmlns:p14="http://schemas.microsoft.com/office/powerpoint/2010/main" val="1525811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ig message III">
    <p:spTree>
      <p:nvGrpSpPr>
        <p:cNvPr id="1" name=""/>
        <p:cNvGrpSpPr/>
        <p:nvPr/>
      </p:nvGrpSpPr>
      <p:grpSpPr>
        <a:xfrm>
          <a:off x="0" y="0"/>
          <a:ext cx="0" cy="0"/>
          <a:chOff x="0" y="0"/>
          <a:chExt cx="0" cy="0"/>
        </a:xfrm>
      </p:grpSpPr>
      <p:pic>
        <p:nvPicPr>
          <p:cNvPr id="8" name="Gradient background picture"/>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81192" y="179507"/>
            <a:ext cx="11829615" cy="6498986"/>
          </a:xfrm>
          <a:prstGeom prst="rect">
            <a:avLst/>
          </a:prstGeom>
        </p:spPr>
      </p:pic>
      <p:sp>
        <p:nvSpPr>
          <p:cNvPr id="7" name="Title 1"/>
          <p:cNvSpPr>
            <a:spLocks noGrp="1"/>
          </p:cNvSpPr>
          <p:nvPr>
            <p:ph type="title" hasCustomPrompt="1"/>
          </p:nvPr>
        </p:nvSpPr>
        <p:spPr>
          <a:xfrm>
            <a:off x="2224087" y="1763713"/>
            <a:ext cx="7740651" cy="2036219"/>
          </a:xfrm>
        </p:spPr>
        <p:txBody>
          <a:bodyPr anchor="b" anchorCtr="0"/>
          <a:lstStyle>
            <a:lvl1pPr algn="ctr">
              <a:lnSpc>
                <a:spcPct val="93000"/>
              </a:lnSpc>
              <a:defRPr sz="4800" baseline="0">
                <a:solidFill>
                  <a:schemeClr val="bg1"/>
                </a:solidFill>
              </a:defRPr>
            </a:lvl1pPr>
          </a:lstStyle>
          <a:p>
            <a:r>
              <a:rPr lang="en-GB" dirty="0"/>
              <a:t>Click to add heading on one, two or three rows</a:t>
            </a:r>
          </a:p>
        </p:txBody>
      </p:sp>
      <p:sp>
        <p:nvSpPr>
          <p:cNvPr id="3" name="Subtitle 2"/>
          <p:cNvSpPr>
            <a:spLocks noGrp="1"/>
          </p:cNvSpPr>
          <p:nvPr>
            <p:ph type="subTitle" idx="1" hasCustomPrompt="1"/>
          </p:nvPr>
        </p:nvSpPr>
        <p:spPr>
          <a:xfrm>
            <a:off x="2619375" y="4327200"/>
            <a:ext cx="6948488" cy="813600"/>
          </a:xfrm>
        </p:spPr>
        <p:txBody>
          <a:bodyPr anchor="t" anchorCtr="0"/>
          <a:lstStyle>
            <a:lvl1pPr marL="0" indent="0" algn="ctr">
              <a:lnSpc>
                <a:spcPct val="121000"/>
              </a:lnSpc>
              <a:spcBef>
                <a:spcPts val="0"/>
              </a:spcBef>
              <a:buFont typeface="Arial" panose="020B0604020202020204" pitchFamily="34" charset="0"/>
              <a:buChar char="​"/>
              <a:defRPr sz="2200" baseline="0"/>
            </a:lvl1pPr>
            <a:lvl2pPr marL="0" indent="0" algn="l">
              <a:spcBef>
                <a:spcPts val="0"/>
              </a:spcBef>
              <a:buFont typeface="Arial" panose="020B0604020202020204" pitchFamily="34" charset="0"/>
              <a:buChar char="​"/>
              <a:defRPr sz="2000"/>
            </a:lvl2pPr>
            <a:lvl3pPr marL="0" indent="0" algn="l">
              <a:spcBef>
                <a:spcPts val="0"/>
              </a:spcBef>
              <a:buFont typeface="Arial" panose="020B0604020202020204" pitchFamily="34" charset="0"/>
              <a:buChar char="​"/>
              <a:defRPr sz="2000"/>
            </a:lvl3pPr>
            <a:lvl4pPr marL="0" indent="0" algn="l">
              <a:spcBef>
                <a:spcPts val="0"/>
              </a:spcBef>
              <a:buFont typeface="Arial" panose="020B0604020202020204" pitchFamily="34" charset="0"/>
              <a:buChar char="​"/>
              <a:defRPr sz="2000"/>
            </a:lvl4pPr>
            <a:lvl5pPr marL="0" indent="0" algn="l">
              <a:spcBef>
                <a:spcPts val="0"/>
              </a:spcBef>
              <a:buFont typeface="Arial" panose="020B0604020202020204" pitchFamily="34" charset="0"/>
              <a:buChar char="​"/>
              <a:defRPr sz="2000"/>
            </a:lvl5pPr>
            <a:lvl6pPr marL="0" indent="0" algn="l">
              <a:spcBef>
                <a:spcPts val="0"/>
              </a:spcBef>
              <a:buFont typeface="Arial" panose="020B0604020202020204" pitchFamily="34" charset="0"/>
              <a:buChar char="​"/>
              <a:defRPr sz="2000"/>
            </a:lvl6pPr>
            <a:lvl7pPr marL="0" indent="0" algn="l">
              <a:spcBef>
                <a:spcPts val="0"/>
              </a:spcBef>
              <a:buFont typeface="Arial" panose="020B0604020202020204" pitchFamily="34" charset="0"/>
              <a:buChar char="​"/>
              <a:defRPr sz="2000"/>
            </a:lvl7pPr>
            <a:lvl8pPr marL="0" indent="0" algn="l">
              <a:spcBef>
                <a:spcPts val="0"/>
              </a:spcBef>
              <a:buFont typeface="Arial" panose="020B0604020202020204" pitchFamily="34" charset="0"/>
              <a:buChar char="​"/>
              <a:defRPr sz="2000"/>
            </a:lvl8pPr>
            <a:lvl9pPr marL="0" indent="0" algn="l">
              <a:spcBef>
                <a:spcPts val="0"/>
              </a:spcBef>
              <a:buFont typeface="Arial" panose="020B0604020202020204" pitchFamily="34" charset="0"/>
              <a:buChar char="​"/>
              <a:defRPr sz="2000"/>
            </a:lvl9pPr>
          </a:lstStyle>
          <a:p>
            <a:r>
              <a:rPr lang="en-GB" dirty="0"/>
              <a:t>Click to add text in one or two rows</a:t>
            </a:r>
          </a:p>
        </p:txBody>
      </p:sp>
      <p:sp>
        <p:nvSpPr>
          <p:cNvPr id="4" name="Date_DateCustomA"/>
          <p:cNvSpPr>
            <a:spLocks noGrp="1"/>
          </p:cNvSpPr>
          <p:nvPr>
            <p:ph type="dt" sz="half" idx="10"/>
          </p:nvPr>
        </p:nvSpPr>
        <p:spPr>
          <a:xfrm>
            <a:off x="0" y="6912000"/>
            <a:ext cx="0" cy="0"/>
          </a:xfrm>
        </p:spPr>
        <p:txBody>
          <a:bodyPr/>
          <a:lstStyle>
            <a:lvl1pPr>
              <a:defRPr sz="100">
                <a:solidFill>
                  <a:schemeClr val="bg1"/>
                </a:solidFill>
              </a:defRPr>
            </a:lvl1pPr>
          </a:lstStyle>
          <a:p>
            <a:endParaRPr lang="en-GB" dirty="0"/>
          </a:p>
        </p:txBody>
      </p:sp>
      <p:sp>
        <p:nvSpPr>
          <p:cNvPr id="5" name="FLD_PresentationTitle"/>
          <p:cNvSpPr>
            <a:spLocks noGrp="1"/>
          </p:cNvSpPr>
          <p:nvPr>
            <p:ph type="ftr" sz="quarter" idx="11"/>
          </p:nvPr>
        </p:nvSpPr>
        <p:spPr>
          <a:xfrm>
            <a:off x="0" y="6912000"/>
            <a:ext cx="0" cy="0"/>
          </a:xfrm>
        </p:spPr>
        <p:txBody>
          <a:bodyPr/>
          <a:lstStyle>
            <a:lvl1pPr>
              <a:defRPr sz="100">
                <a:solidFill>
                  <a:schemeClr val="bg1"/>
                </a:solidFill>
              </a:defRPr>
            </a:lvl1pPr>
          </a:lstStyle>
          <a:p>
            <a:endParaRPr lang="en-GB" dirty="0"/>
          </a:p>
        </p:txBody>
      </p:sp>
      <p:sp>
        <p:nvSpPr>
          <p:cNvPr id="6" name="Slide Number Placeholder 5"/>
          <p:cNvSpPr>
            <a:spLocks noGrp="1"/>
          </p:cNvSpPr>
          <p:nvPr>
            <p:ph type="sldNum" sz="quarter" idx="12"/>
          </p:nvPr>
        </p:nvSpPr>
        <p:spPr>
          <a:xfrm>
            <a:off x="0" y="6912000"/>
            <a:ext cx="0" cy="0"/>
          </a:xfrm>
        </p:spPr>
        <p:txBody>
          <a:bodyPr/>
          <a:lstStyle>
            <a:lvl1pPr>
              <a:defRPr sz="100">
                <a:solidFill>
                  <a:schemeClr val="bg1"/>
                </a:solidFill>
              </a:defRPr>
            </a:lvl1pPr>
          </a:lstStyle>
          <a:p>
            <a:fld id="{24C8C45C-947F-4981-8B3F-4F32E973C901}" type="slidenum">
              <a:rPr lang="en-GB" smtClean="0"/>
              <a:pPr/>
              <a:t>‹#›</a:t>
            </a:fld>
            <a:endParaRPr lang="en-GB" dirty="0"/>
          </a:p>
        </p:txBody>
      </p:sp>
    </p:spTree>
    <p:extLst>
      <p:ext uri="{BB962C8B-B14F-4D97-AF65-F5344CB8AC3E}">
        <p14:creationId xmlns:p14="http://schemas.microsoft.com/office/powerpoint/2010/main" val="786410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Big message IV">
    <p:spTree>
      <p:nvGrpSpPr>
        <p:cNvPr id="1" name=""/>
        <p:cNvGrpSpPr/>
        <p:nvPr/>
      </p:nvGrpSpPr>
      <p:grpSpPr>
        <a:xfrm>
          <a:off x="0" y="0"/>
          <a:ext cx="0" cy="0"/>
          <a:chOff x="0" y="0"/>
          <a:chExt cx="0" cy="0"/>
        </a:xfrm>
      </p:grpSpPr>
      <p:sp>
        <p:nvSpPr>
          <p:cNvPr id="10" name="Background"/>
          <p:cNvSpPr/>
          <p:nvPr userDrawn="1"/>
        </p:nvSpPr>
        <p:spPr>
          <a:xfrm>
            <a:off x="179388" y="179388"/>
            <a:ext cx="11829600" cy="6497637"/>
          </a:xfrm>
          <a:prstGeom prst="rect">
            <a:avLst/>
          </a:prstGeom>
          <a:solidFill>
            <a:srgbClr val="FAEF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noProof="0" dirty="0" err="1"/>
          </a:p>
        </p:txBody>
      </p:sp>
      <p:sp>
        <p:nvSpPr>
          <p:cNvPr id="7" name="Title 1"/>
          <p:cNvSpPr>
            <a:spLocks noGrp="1"/>
          </p:cNvSpPr>
          <p:nvPr>
            <p:ph type="title" hasCustomPrompt="1"/>
          </p:nvPr>
        </p:nvSpPr>
        <p:spPr>
          <a:xfrm>
            <a:off x="2224087" y="1763713"/>
            <a:ext cx="7740651" cy="3297237"/>
          </a:xfrm>
        </p:spPr>
        <p:txBody>
          <a:bodyPr anchor="t" anchorCtr="0"/>
          <a:lstStyle>
            <a:lvl1pPr algn="ctr">
              <a:lnSpc>
                <a:spcPct val="97000"/>
              </a:lnSpc>
              <a:defRPr sz="3600" baseline="0"/>
            </a:lvl1pPr>
          </a:lstStyle>
          <a:p>
            <a:r>
              <a:rPr lang="en-GB" dirty="0"/>
              <a:t>Click to add longer message in several lines</a:t>
            </a:r>
          </a:p>
        </p:txBody>
      </p:sp>
      <p:sp>
        <p:nvSpPr>
          <p:cNvPr id="4" name="Date_DateCustomA"/>
          <p:cNvSpPr>
            <a:spLocks noGrp="1"/>
          </p:cNvSpPr>
          <p:nvPr>
            <p:ph type="dt" sz="half" idx="10"/>
          </p:nvPr>
        </p:nvSpPr>
        <p:spPr>
          <a:xfrm>
            <a:off x="0" y="6912000"/>
            <a:ext cx="0" cy="0"/>
          </a:xfrm>
        </p:spPr>
        <p:txBody>
          <a:bodyPr/>
          <a:lstStyle>
            <a:lvl1pPr>
              <a:defRPr sz="100">
                <a:solidFill>
                  <a:schemeClr val="bg1"/>
                </a:solidFill>
              </a:defRPr>
            </a:lvl1pPr>
          </a:lstStyle>
          <a:p>
            <a:endParaRPr lang="en-GB" dirty="0"/>
          </a:p>
        </p:txBody>
      </p:sp>
      <p:sp>
        <p:nvSpPr>
          <p:cNvPr id="5" name="FLD_PresentationTitle"/>
          <p:cNvSpPr>
            <a:spLocks noGrp="1"/>
          </p:cNvSpPr>
          <p:nvPr>
            <p:ph type="ftr" sz="quarter" idx="11"/>
          </p:nvPr>
        </p:nvSpPr>
        <p:spPr>
          <a:xfrm>
            <a:off x="0" y="6912000"/>
            <a:ext cx="0" cy="0"/>
          </a:xfrm>
        </p:spPr>
        <p:txBody>
          <a:bodyPr/>
          <a:lstStyle>
            <a:lvl1pPr>
              <a:defRPr sz="100">
                <a:solidFill>
                  <a:schemeClr val="bg1"/>
                </a:solidFill>
              </a:defRPr>
            </a:lvl1pPr>
          </a:lstStyle>
          <a:p>
            <a:endParaRPr lang="en-GB" dirty="0"/>
          </a:p>
        </p:txBody>
      </p:sp>
      <p:sp>
        <p:nvSpPr>
          <p:cNvPr id="6" name="Slide Number Placeholder 5"/>
          <p:cNvSpPr>
            <a:spLocks noGrp="1"/>
          </p:cNvSpPr>
          <p:nvPr>
            <p:ph type="sldNum" sz="quarter" idx="12"/>
          </p:nvPr>
        </p:nvSpPr>
        <p:spPr>
          <a:xfrm>
            <a:off x="0" y="6912000"/>
            <a:ext cx="0" cy="0"/>
          </a:xfrm>
        </p:spPr>
        <p:txBody>
          <a:bodyPr/>
          <a:lstStyle>
            <a:lvl1pPr>
              <a:defRPr sz="100">
                <a:solidFill>
                  <a:schemeClr val="bg1"/>
                </a:solidFill>
              </a:defRPr>
            </a:lvl1pPr>
          </a:lstStyle>
          <a:p>
            <a:fld id="{24C8C45C-947F-4981-8B3F-4F32E973C901}" type="slidenum">
              <a:rPr lang="en-GB" smtClean="0"/>
              <a:pPr/>
              <a:t>‹#›</a:t>
            </a:fld>
            <a:endParaRPr lang="en-GB" dirty="0"/>
          </a:p>
        </p:txBody>
      </p:sp>
    </p:spTree>
    <p:extLst>
      <p:ext uri="{BB962C8B-B14F-4D97-AF65-F5344CB8AC3E}">
        <p14:creationId xmlns:p14="http://schemas.microsoft.com/office/powerpoint/2010/main" val="1473431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Content - one column I">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84225" y="481665"/>
            <a:ext cx="9182100" cy="1052240"/>
          </a:xfrm>
        </p:spPr>
        <p:txBody>
          <a:bodyPr/>
          <a:lstStyle>
            <a:lvl1pPr>
              <a:defRPr baseline="0"/>
            </a:lvl1pPr>
          </a:lstStyle>
          <a:p>
            <a:r>
              <a:rPr lang="en-GB" noProof="0" dirty="0"/>
              <a:t>Click to add heading on maximum two rows</a:t>
            </a:r>
          </a:p>
        </p:txBody>
      </p:sp>
      <p:sp>
        <p:nvSpPr>
          <p:cNvPr id="3" name="Content Placeholder 2"/>
          <p:cNvSpPr>
            <a:spLocks noGrp="1"/>
          </p:cNvSpPr>
          <p:nvPr>
            <p:ph idx="1" hasCustomPrompt="1"/>
          </p:nvPr>
        </p:nvSpPr>
        <p:spPr>
          <a:xfrm>
            <a:off x="784224" y="1763713"/>
            <a:ext cx="10621963" cy="4175125"/>
          </a:xfrm>
        </p:spPr>
        <p:txBody>
          <a:bodyPr/>
          <a:lstStyle/>
          <a:p>
            <a:pPr lvl="0"/>
            <a:r>
              <a:rPr lang="en-GB" dirty="0"/>
              <a:t>Click to add text</a:t>
            </a:r>
            <a:endParaRPr lang="en-GB" noProof="0" dirty="0"/>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 name="Date_DateCustomA"/>
          <p:cNvSpPr>
            <a:spLocks noGrp="1"/>
          </p:cNvSpPr>
          <p:nvPr>
            <p:ph type="dt" sz="half" idx="10"/>
          </p:nvPr>
        </p:nvSpPr>
        <p:spPr/>
        <p:txBody>
          <a:bodyPr/>
          <a:lstStyle/>
          <a:p>
            <a:endParaRPr lang="en-GB" noProof="0" dirty="0"/>
          </a:p>
        </p:txBody>
      </p:sp>
      <p:sp>
        <p:nvSpPr>
          <p:cNvPr id="5" name="FLD_PresentationTitle"/>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a:t>
            </a:fld>
            <a:endParaRPr lang="en-GB" noProof="0" dirty="0"/>
          </a:p>
        </p:txBody>
      </p:sp>
    </p:spTree>
    <p:extLst>
      <p:ext uri="{BB962C8B-B14F-4D97-AF65-F5344CB8AC3E}">
        <p14:creationId xmlns:p14="http://schemas.microsoft.com/office/powerpoint/2010/main" val="1154529330"/>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Content - one column II">
    <p:spTree>
      <p:nvGrpSpPr>
        <p:cNvPr id="1" name=""/>
        <p:cNvGrpSpPr/>
        <p:nvPr/>
      </p:nvGrpSpPr>
      <p:grpSpPr>
        <a:xfrm>
          <a:off x="0" y="0"/>
          <a:ext cx="0" cy="0"/>
          <a:chOff x="0" y="0"/>
          <a:chExt cx="0" cy="0"/>
        </a:xfrm>
      </p:grpSpPr>
      <p:sp>
        <p:nvSpPr>
          <p:cNvPr id="7" name="Background"/>
          <p:cNvSpPr/>
          <p:nvPr userDrawn="1"/>
        </p:nvSpPr>
        <p:spPr>
          <a:xfrm>
            <a:off x="179388" y="179389"/>
            <a:ext cx="11829600" cy="6011862"/>
          </a:xfrm>
          <a:prstGeom prst="rect">
            <a:avLst/>
          </a:prstGeom>
          <a:solidFill>
            <a:srgbClr val="FAEF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noProof="0" dirty="0" err="1"/>
          </a:p>
        </p:txBody>
      </p:sp>
      <p:sp>
        <p:nvSpPr>
          <p:cNvPr id="2" name="Title 1"/>
          <p:cNvSpPr>
            <a:spLocks noGrp="1"/>
          </p:cNvSpPr>
          <p:nvPr>
            <p:ph type="title" hasCustomPrompt="1"/>
          </p:nvPr>
        </p:nvSpPr>
        <p:spPr>
          <a:xfrm>
            <a:off x="784225" y="481665"/>
            <a:ext cx="9182100" cy="1052240"/>
          </a:xfrm>
        </p:spPr>
        <p:txBody>
          <a:bodyPr/>
          <a:lstStyle>
            <a:lvl1pPr>
              <a:defRPr baseline="0"/>
            </a:lvl1pPr>
          </a:lstStyle>
          <a:p>
            <a:r>
              <a:rPr lang="en-GB" noProof="0" dirty="0"/>
              <a:t>Click to add heading on maximum two rows</a:t>
            </a:r>
          </a:p>
        </p:txBody>
      </p:sp>
      <p:sp>
        <p:nvSpPr>
          <p:cNvPr id="3" name="Content Placeholder 2"/>
          <p:cNvSpPr>
            <a:spLocks noGrp="1"/>
          </p:cNvSpPr>
          <p:nvPr>
            <p:ph idx="1" hasCustomPrompt="1"/>
          </p:nvPr>
        </p:nvSpPr>
        <p:spPr>
          <a:xfrm>
            <a:off x="784226" y="1763713"/>
            <a:ext cx="10621962" cy="4175125"/>
          </a:xfrm>
        </p:spPr>
        <p:txBody>
          <a:bodyPr/>
          <a:lstStyle/>
          <a:p>
            <a:pPr lvl="0"/>
            <a:r>
              <a:rPr lang="en-GB" dirty="0"/>
              <a:t>Click to add text</a:t>
            </a:r>
            <a:endParaRPr lang="en-GB" noProof="0" dirty="0"/>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 name="Date_DateCustomA"/>
          <p:cNvSpPr>
            <a:spLocks noGrp="1"/>
          </p:cNvSpPr>
          <p:nvPr>
            <p:ph type="dt" sz="half" idx="10"/>
          </p:nvPr>
        </p:nvSpPr>
        <p:spPr/>
        <p:txBody>
          <a:bodyPr/>
          <a:lstStyle/>
          <a:p>
            <a:endParaRPr lang="en-GB" noProof="0" dirty="0"/>
          </a:p>
        </p:txBody>
      </p:sp>
      <p:sp>
        <p:nvSpPr>
          <p:cNvPr id="5" name="FLD_PresentationTitle"/>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a:t>
            </a:fld>
            <a:endParaRPr lang="en-GB" noProof="0" dirty="0"/>
          </a:p>
        </p:txBody>
      </p:sp>
    </p:spTree>
    <p:extLst>
      <p:ext uri="{BB962C8B-B14F-4D97-AF65-F5344CB8AC3E}">
        <p14:creationId xmlns:p14="http://schemas.microsoft.com/office/powerpoint/2010/main" val="1872929173"/>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Content - one column III">
    <p:spTree>
      <p:nvGrpSpPr>
        <p:cNvPr id="1" name=""/>
        <p:cNvGrpSpPr/>
        <p:nvPr/>
      </p:nvGrpSpPr>
      <p:grpSpPr>
        <a:xfrm>
          <a:off x="0" y="0"/>
          <a:ext cx="0" cy="0"/>
          <a:chOff x="0" y="0"/>
          <a:chExt cx="0" cy="0"/>
        </a:xfrm>
      </p:grpSpPr>
      <p:sp>
        <p:nvSpPr>
          <p:cNvPr id="7" name="Background"/>
          <p:cNvSpPr/>
          <p:nvPr userDrawn="1"/>
        </p:nvSpPr>
        <p:spPr>
          <a:xfrm>
            <a:off x="179388" y="179389"/>
            <a:ext cx="11829600" cy="6011862"/>
          </a:xfrm>
          <a:prstGeom prst="rect">
            <a:avLst/>
          </a:prstGeom>
          <a:solidFill>
            <a:srgbClr val="E5F5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noProof="0" dirty="0" err="1"/>
          </a:p>
        </p:txBody>
      </p:sp>
      <p:sp>
        <p:nvSpPr>
          <p:cNvPr id="2" name="Title 1"/>
          <p:cNvSpPr>
            <a:spLocks noGrp="1"/>
          </p:cNvSpPr>
          <p:nvPr>
            <p:ph type="title" hasCustomPrompt="1"/>
          </p:nvPr>
        </p:nvSpPr>
        <p:spPr>
          <a:xfrm>
            <a:off x="784225" y="481665"/>
            <a:ext cx="9182100" cy="1052240"/>
          </a:xfrm>
        </p:spPr>
        <p:txBody>
          <a:bodyPr/>
          <a:lstStyle>
            <a:lvl1pPr>
              <a:defRPr baseline="0"/>
            </a:lvl1pPr>
          </a:lstStyle>
          <a:p>
            <a:r>
              <a:rPr lang="en-GB" noProof="0" dirty="0"/>
              <a:t>Click to add heading on maximum two rows</a:t>
            </a:r>
          </a:p>
        </p:txBody>
      </p:sp>
      <p:sp>
        <p:nvSpPr>
          <p:cNvPr id="3" name="Content Placeholder 2"/>
          <p:cNvSpPr>
            <a:spLocks noGrp="1"/>
          </p:cNvSpPr>
          <p:nvPr>
            <p:ph idx="1" hasCustomPrompt="1"/>
          </p:nvPr>
        </p:nvSpPr>
        <p:spPr>
          <a:xfrm>
            <a:off x="784226" y="1763713"/>
            <a:ext cx="10621962" cy="4175125"/>
          </a:xfrm>
        </p:spPr>
        <p:txBody>
          <a:bodyPr/>
          <a:lstStyle/>
          <a:p>
            <a:pPr lvl="0"/>
            <a:r>
              <a:rPr lang="en-GB" dirty="0"/>
              <a:t>Click to add text</a:t>
            </a:r>
            <a:endParaRPr lang="en-GB" noProof="0" dirty="0"/>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 name="Date_DateCustomA"/>
          <p:cNvSpPr>
            <a:spLocks noGrp="1"/>
          </p:cNvSpPr>
          <p:nvPr>
            <p:ph type="dt" sz="half" idx="10"/>
          </p:nvPr>
        </p:nvSpPr>
        <p:spPr/>
        <p:txBody>
          <a:bodyPr/>
          <a:lstStyle/>
          <a:p>
            <a:endParaRPr lang="en-GB" noProof="0" dirty="0"/>
          </a:p>
        </p:txBody>
      </p:sp>
      <p:sp>
        <p:nvSpPr>
          <p:cNvPr id="5" name="FLD_PresentationTitle"/>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a:t>
            </a:fld>
            <a:endParaRPr lang="en-GB" noProof="0" dirty="0"/>
          </a:p>
        </p:txBody>
      </p:sp>
    </p:spTree>
    <p:extLst>
      <p:ext uri="{BB962C8B-B14F-4D97-AF65-F5344CB8AC3E}">
        <p14:creationId xmlns:p14="http://schemas.microsoft.com/office/powerpoint/2010/main" val="1877560194"/>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 one column IV">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84225" y="481665"/>
            <a:ext cx="9182100" cy="1052240"/>
          </a:xfrm>
        </p:spPr>
        <p:txBody>
          <a:bodyPr/>
          <a:lstStyle>
            <a:lvl1pPr>
              <a:defRPr baseline="0"/>
            </a:lvl1pPr>
          </a:lstStyle>
          <a:p>
            <a:r>
              <a:rPr lang="en-GB" noProof="0" dirty="0"/>
              <a:t>Click to add heading on maximum two rows</a:t>
            </a:r>
          </a:p>
        </p:txBody>
      </p:sp>
      <p:sp>
        <p:nvSpPr>
          <p:cNvPr id="7" name="Subtitle 2"/>
          <p:cNvSpPr>
            <a:spLocks noGrp="1"/>
          </p:cNvSpPr>
          <p:nvPr>
            <p:ph type="subTitle" idx="13" hasCustomPrompt="1"/>
          </p:nvPr>
        </p:nvSpPr>
        <p:spPr>
          <a:xfrm>
            <a:off x="787399" y="1013791"/>
            <a:ext cx="9178925" cy="516835"/>
          </a:xfrm>
        </p:spPr>
        <p:txBody>
          <a:bodyPr/>
          <a:lstStyle>
            <a:lvl1pPr marL="0" indent="0" algn="l">
              <a:buNone/>
              <a:defRPr sz="2400"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sub heading on maximum one row</a:t>
            </a:r>
          </a:p>
        </p:txBody>
      </p:sp>
      <p:sp>
        <p:nvSpPr>
          <p:cNvPr id="3" name="Content Placeholder 2"/>
          <p:cNvSpPr>
            <a:spLocks noGrp="1"/>
          </p:cNvSpPr>
          <p:nvPr>
            <p:ph idx="1" hasCustomPrompt="1"/>
          </p:nvPr>
        </p:nvSpPr>
        <p:spPr>
          <a:xfrm>
            <a:off x="784224" y="1763713"/>
            <a:ext cx="10621963" cy="4175125"/>
          </a:xfrm>
        </p:spPr>
        <p:txBody>
          <a:bodyPr/>
          <a:lstStyle/>
          <a:p>
            <a:pPr lvl="0"/>
            <a:r>
              <a:rPr lang="en-GB" dirty="0"/>
              <a:t>Click to add text</a:t>
            </a:r>
            <a:endParaRPr lang="en-GB" noProof="0" dirty="0"/>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 name="Date_DateCustomA"/>
          <p:cNvSpPr>
            <a:spLocks noGrp="1"/>
          </p:cNvSpPr>
          <p:nvPr>
            <p:ph type="dt" sz="half" idx="10"/>
          </p:nvPr>
        </p:nvSpPr>
        <p:spPr/>
        <p:txBody>
          <a:bodyPr/>
          <a:lstStyle/>
          <a:p>
            <a:endParaRPr lang="en-GB" noProof="0" dirty="0"/>
          </a:p>
        </p:txBody>
      </p:sp>
      <p:sp>
        <p:nvSpPr>
          <p:cNvPr id="5" name="FLD_PresentationTitle"/>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a:t>
            </a:fld>
            <a:endParaRPr lang="en-GB" noProof="0" dirty="0"/>
          </a:p>
        </p:txBody>
      </p:sp>
    </p:spTree>
    <p:extLst>
      <p:ext uri="{BB962C8B-B14F-4D97-AF65-F5344CB8AC3E}">
        <p14:creationId xmlns:p14="http://schemas.microsoft.com/office/powerpoint/2010/main" val="423228779"/>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Content - two columns I">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noProof="0" dirty="0"/>
              <a:t>Click to add heading on maximum two rows</a:t>
            </a:r>
            <a:endParaRPr lang="en-GB" dirty="0"/>
          </a:p>
        </p:txBody>
      </p:sp>
      <p:sp>
        <p:nvSpPr>
          <p:cNvPr id="3" name="Content Placeholder 2"/>
          <p:cNvSpPr>
            <a:spLocks noGrp="1"/>
          </p:cNvSpPr>
          <p:nvPr>
            <p:ph sz="half" idx="1" hasCustomPrompt="1"/>
          </p:nvPr>
        </p:nvSpPr>
        <p:spPr>
          <a:xfrm>
            <a:off x="784226" y="1763713"/>
            <a:ext cx="5111750" cy="4175125"/>
          </a:xfrm>
        </p:spPr>
        <p:txBody>
          <a:body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Content Placeholder 3"/>
          <p:cNvSpPr>
            <a:spLocks noGrp="1"/>
          </p:cNvSpPr>
          <p:nvPr>
            <p:ph sz="half" idx="2" hasCustomPrompt="1"/>
          </p:nvPr>
        </p:nvSpPr>
        <p:spPr>
          <a:xfrm>
            <a:off x="6291263" y="1763713"/>
            <a:ext cx="5113338" cy="4175125"/>
          </a:xfrm>
        </p:spPr>
        <p:txBody>
          <a:body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5" name="Date_DateCustomA"/>
          <p:cNvSpPr>
            <a:spLocks noGrp="1"/>
          </p:cNvSpPr>
          <p:nvPr>
            <p:ph type="dt" sz="half" idx="10"/>
          </p:nvPr>
        </p:nvSpPr>
        <p:spPr/>
        <p:txBody>
          <a:bodyPr/>
          <a:lstStyle/>
          <a:p>
            <a:endParaRPr lang="en-GB" dirty="0"/>
          </a:p>
        </p:txBody>
      </p:sp>
      <p:sp>
        <p:nvSpPr>
          <p:cNvPr id="6" name="FLD_PresentationTitle"/>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24C8C45C-947F-4981-8B3F-4F32E973C901}" type="slidenum">
              <a:rPr lang="en-GB" smtClean="0"/>
              <a:t>‹#›</a:t>
            </a:fld>
            <a:endParaRPr lang="en-GB" dirty="0"/>
          </a:p>
        </p:txBody>
      </p:sp>
    </p:spTree>
    <p:extLst>
      <p:ext uri="{BB962C8B-B14F-4D97-AF65-F5344CB8AC3E}">
        <p14:creationId xmlns:p14="http://schemas.microsoft.com/office/powerpoint/2010/main" val="33335176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ontent - two columns II">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noProof="0" dirty="0"/>
              <a:t>Click to add heading on maximum two rows</a:t>
            </a:r>
            <a:endParaRPr lang="en-GB" dirty="0"/>
          </a:p>
        </p:txBody>
      </p:sp>
      <p:sp>
        <p:nvSpPr>
          <p:cNvPr id="3" name="Content Placeholder 2"/>
          <p:cNvSpPr>
            <a:spLocks noGrp="1"/>
          </p:cNvSpPr>
          <p:nvPr>
            <p:ph sz="half" idx="1" hasCustomPrompt="1"/>
          </p:nvPr>
        </p:nvSpPr>
        <p:spPr>
          <a:xfrm>
            <a:off x="784225" y="1763713"/>
            <a:ext cx="6948487" cy="4175125"/>
          </a:xfrm>
        </p:spPr>
        <p:txBody>
          <a:body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Content Placeholder 3"/>
          <p:cNvSpPr>
            <a:spLocks noGrp="1"/>
          </p:cNvSpPr>
          <p:nvPr>
            <p:ph sz="half" idx="2" hasCustomPrompt="1"/>
          </p:nvPr>
        </p:nvSpPr>
        <p:spPr>
          <a:xfrm>
            <a:off x="8127999" y="1763713"/>
            <a:ext cx="3276601" cy="4175125"/>
          </a:xfrm>
        </p:spPr>
        <p:txBody>
          <a:body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5" name="Date_DateCustomA"/>
          <p:cNvSpPr>
            <a:spLocks noGrp="1"/>
          </p:cNvSpPr>
          <p:nvPr>
            <p:ph type="dt" sz="half" idx="10"/>
          </p:nvPr>
        </p:nvSpPr>
        <p:spPr/>
        <p:txBody>
          <a:bodyPr/>
          <a:lstStyle/>
          <a:p>
            <a:endParaRPr lang="en-GB" dirty="0"/>
          </a:p>
        </p:txBody>
      </p:sp>
      <p:sp>
        <p:nvSpPr>
          <p:cNvPr id="6" name="FLD_PresentationTitle"/>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24C8C45C-947F-4981-8B3F-4F32E973C901}" type="slidenum">
              <a:rPr lang="en-GB" smtClean="0"/>
              <a:t>‹#›</a:t>
            </a:fld>
            <a:endParaRPr lang="en-GB" dirty="0"/>
          </a:p>
        </p:txBody>
      </p:sp>
    </p:spTree>
    <p:extLst>
      <p:ext uri="{BB962C8B-B14F-4D97-AF65-F5344CB8AC3E}">
        <p14:creationId xmlns:p14="http://schemas.microsoft.com/office/powerpoint/2010/main" val="40477286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 two columns III">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noProof="0" dirty="0"/>
              <a:t>Click to add heading on maximum two rows</a:t>
            </a:r>
            <a:endParaRPr lang="en-GB" dirty="0"/>
          </a:p>
        </p:txBody>
      </p:sp>
      <p:sp>
        <p:nvSpPr>
          <p:cNvPr id="10" name="Text Placeholder 2"/>
          <p:cNvSpPr>
            <a:spLocks noGrp="1"/>
          </p:cNvSpPr>
          <p:nvPr>
            <p:ph type="body" sz="quarter" idx="13" hasCustomPrompt="1"/>
          </p:nvPr>
        </p:nvSpPr>
        <p:spPr>
          <a:xfrm>
            <a:off x="784800" y="1835150"/>
            <a:ext cx="5112000" cy="4103688"/>
          </a:xfrm>
          <a:solidFill>
            <a:srgbClr val="E5F5ED"/>
          </a:solidFill>
        </p:spPr>
        <p:txBody>
          <a:bodyPr lIns="288000" tIns="367200" rIns="288000"/>
          <a:lstStyle>
            <a:lvl1pPr marL="216000" indent="-216000">
              <a:spcBef>
                <a:spcPts val="600"/>
              </a:spcBef>
              <a:buFont typeface="Arial" panose="020B0604020202020204" pitchFamily="34" charset="0"/>
              <a:buChar cha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2" name="Text Placeholder 3"/>
          <p:cNvSpPr>
            <a:spLocks noGrp="1"/>
          </p:cNvSpPr>
          <p:nvPr>
            <p:ph type="body" sz="quarter" idx="14" hasCustomPrompt="1"/>
          </p:nvPr>
        </p:nvSpPr>
        <p:spPr>
          <a:xfrm>
            <a:off x="6291263" y="1835151"/>
            <a:ext cx="5113337" cy="4103688"/>
          </a:xfrm>
          <a:solidFill>
            <a:srgbClr val="E5F5ED"/>
          </a:solidFill>
        </p:spPr>
        <p:txBody>
          <a:bodyPr lIns="288000" tIns="367200" rIns="288000"/>
          <a:lstStyle>
            <a:lvl1pPr marL="216000" indent="-216000">
              <a:spcBef>
                <a:spcPts val="600"/>
              </a:spcBef>
              <a:buClr>
                <a:schemeClr val="accent1"/>
              </a:buClr>
              <a:buFont typeface="Arial" panose="020B0604020202020204" pitchFamily="34" charset="0"/>
              <a:buChar cha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5" name="Date_DateCustomA"/>
          <p:cNvSpPr>
            <a:spLocks noGrp="1"/>
          </p:cNvSpPr>
          <p:nvPr>
            <p:ph type="dt" sz="half" idx="10"/>
          </p:nvPr>
        </p:nvSpPr>
        <p:spPr/>
        <p:txBody>
          <a:bodyPr/>
          <a:lstStyle/>
          <a:p>
            <a:endParaRPr lang="en-GB" dirty="0"/>
          </a:p>
        </p:txBody>
      </p:sp>
      <p:sp>
        <p:nvSpPr>
          <p:cNvPr id="6" name="FLD_PresentationTitle"/>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24C8C45C-947F-4981-8B3F-4F32E973C901}" type="slidenum">
              <a:rPr lang="en-GB" smtClean="0"/>
              <a:t>‹#›</a:t>
            </a:fld>
            <a:endParaRPr lang="en-GB" dirty="0"/>
          </a:p>
        </p:txBody>
      </p:sp>
    </p:spTree>
    <p:extLst>
      <p:ext uri="{BB962C8B-B14F-4D97-AF65-F5344CB8AC3E}">
        <p14:creationId xmlns:p14="http://schemas.microsoft.com/office/powerpoint/2010/main" val="41806548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Content - two columns IV">
    <p:spTree>
      <p:nvGrpSpPr>
        <p:cNvPr id="1" name=""/>
        <p:cNvGrpSpPr/>
        <p:nvPr/>
      </p:nvGrpSpPr>
      <p:grpSpPr>
        <a:xfrm>
          <a:off x="0" y="0"/>
          <a:ext cx="0" cy="0"/>
          <a:chOff x="0" y="0"/>
          <a:chExt cx="0" cy="0"/>
        </a:xfrm>
      </p:grpSpPr>
      <p:sp>
        <p:nvSpPr>
          <p:cNvPr id="8" name="Background"/>
          <p:cNvSpPr/>
          <p:nvPr userDrawn="1"/>
        </p:nvSpPr>
        <p:spPr>
          <a:xfrm>
            <a:off x="179388" y="179389"/>
            <a:ext cx="11829600" cy="6011862"/>
          </a:xfrm>
          <a:prstGeom prst="rect">
            <a:avLst/>
          </a:prstGeom>
          <a:solidFill>
            <a:srgbClr val="FAEF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noProof="0" dirty="0" err="1"/>
          </a:p>
        </p:txBody>
      </p:sp>
      <p:sp>
        <p:nvSpPr>
          <p:cNvPr id="2" name="Title 1"/>
          <p:cNvSpPr>
            <a:spLocks noGrp="1"/>
          </p:cNvSpPr>
          <p:nvPr>
            <p:ph type="title" hasCustomPrompt="1"/>
          </p:nvPr>
        </p:nvSpPr>
        <p:spPr/>
        <p:txBody>
          <a:bodyPr/>
          <a:lstStyle/>
          <a:p>
            <a:r>
              <a:rPr lang="en-GB" noProof="0" dirty="0"/>
              <a:t>Click to add heading on maximum two rows</a:t>
            </a:r>
            <a:endParaRPr lang="en-GB" dirty="0"/>
          </a:p>
        </p:txBody>
      </p:sp>
      <p:sp>
        <p:nvSpPr>
          <p:cNvPr id="3" name="Content Placeholder 2"/>
          <p:cNvSpPr>
            <a:spLocks noGrp="1"/>
          </p:cNvSpPr>
          <p:nvPr>
            <p:ph sz="half" idx="1" hasCustomPrompt="1"/>
          </p:nvPr>
        </p:nvSpPr>
        <p:spPr>
          <a:xfrm>
            <a:off x="784226" y="1763713"/>
            <a:ext cx="5111750" cy="4175125"/>
          </a:xfrm>
        </p:spPr>
        <p:txBody>
          <a:body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Content Placeholder 3"/>
          <p:cNvSpPr>
            <a:spLocks noGrp="1"/>
          </p:cNvSpPr>
          <p:nvPr>
            <p:ph sz="half" idx="2" hasCustomPrompt="1"/>
          </p:nvPr>
        </p:nvSpPr>
        <p:spPr>
          <a:xfrm>
            <a:off x="6291263" y="1763713"/>
            <a:ext cx="5113338" cy="4175125"/>
          </a:xfrm>
        </p:spPr>
        <p:txBody>
          <a:body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5" name="Date_DateCustomA"/>
          <p:cNvSpPr>
            <a:spLocks noGrp="1"/>
          </p:cNvSpPr>
          <p:nvPr>
            <p:ph type="dt" sz="half" idx="10"/>
          </p:nvPr>
        </p:nvSpPr>
        <p:spPr/>
        <p:txBody>
          <a:bodyPr/>
          <a:lstStyle/>
          <a:p>
            <a:endParaRPr lang="en-GB" dirty="0"/>
          </a:p>
        </p:txBody>
      </p:sp>
      <p:sp>
        <p:nvSpPr>
          <p:cNvPr id="6" name="FLD_PresentationTitle"/>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24C8C45C-947F-4981-8B3F-4F32E973C901}" type="slidenum">
              <a:rPr lang="en-GB" smtClean="0"/>
              <a:t>‹#›</a:t>
            </a:fld>
            <a:endParaRPr lang="en-GB" dirty="0"/>
          </a:p>
        </p:txBody>
      </p:sp>
    </p:spTree>
    <p:extLst>
      <p:ext uri="{BB962C8B-B14F-4D97-AF65-F5344CB8AC3E}">
        <p14:creationId xmlns:p14="http://schemas.microsoft.com/office/powerpoint/2010/main" val="17235678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 two columns V">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noProof="0" dirty="0"/>
              <a:t>Click to add heading on maximum two rows</a:t>
            </a:r>
            <a:endParaRPr lang="en-GB" dirty="0"/>
          </a:p>
        </p:txBody>
      </p:sp>
      <p:sp>
        <p:nvSpPr>
          <p:cNvPr id="3" name="Content Placeholder 2"/>
          <p:cNvSpPr>
            <a:spLocks noGrp="1"/>
          </p:cNvSpPr>
          <p:nvPr>
            <p:ph sz="half" idx="1" hasCustomPrompt="1"/>
          </p:nvPr>
        </p:nvSpPr>
        <p:spPr>
          <a:xfrm>
            <a:off x="784226" y="1763714"/>
            <a:ext cx="3275012" cy="1890000"/>
          </a:xfrm>
        </p:spPr>
        <p:txBody>
          <a:bodyPr/>
          <a:lstStyle>
            <a:lvl1pPr>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Content Placeholder 3"/>
          <p:cNvSpPr>
            <a:spLocks noGrp="1"/>
          </p:cNvSpPr>
          <p:nvPr>
            <p:ph sz="half" idx="2" hasCustomPrompt="1"/>
          </p:nvPr>
        </p:nvSpPr>
        <p:spPr>
          <a:xfrm>
            <a:off x="786500" y="4052013"/>
            <a:ext cx="3275913" cy="1890000"/>
          </a:xfrm>
        </p:spPr>
        <p:txBody>
          <a:bodyPr/>
          <a:lstStyle>
            <a:lvl1pPr>
              <a:defRPr baseline="0"/>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Content Placeholder 4"/>
          <p:cNvSpPr>
            <a:spLocks noGrp="1"/>
          </p:cNvSpPr>
          <p:nvPr>
            <p:ph sz="quarter" idx="13" hasCustomPrompt="1"/>
          </p:nvPr>
        </p:nvSpPr>
        <p:spPr>
          <a:xfrm>
            <a:off x="4457700" y="1763713"/>
            <a:ext cx="6946899" cy="4175125"/>
          </a:xfrm>
        </p:spPr>
        <p:txBody>
          <a:bodyPr/>
          <a:lstStyle>
            <a:lvl1pPr>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5" name="Date_DateCustomA"/>
          <p:cNvSpPr>
            <a:spLocks noGrp="1"/>
          </p:cNvSpPr>
          <p:nvPr>
            <p:ph type="dt" sz="half" idx="10"/>
          </p:nvPr>
        </p:nvSpPr>
        <p:spPr/>
        <p:txBody>
          <a:bodyPr/>
          <a:lstStyle/>
          <a:p>
            <a:endParaRPr lang="en-GB" dirty="0"/>
          </a:p>
        </p:txBody>
      </p:sp>
      <p:sp>
        <p:nvSpPr>
          <p:cNvPr id="6" name="FLD_PresentationTitle"/>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24C8C45C-947F-4981-8B3F-4F32E973C901}" type="slidenum">
              <a:rPr lang="en-GB" smtClean="0"/>
              <a:t>‹#›</a:t>
            </a:fld>
            <a:endParaRPr lang="en-GB" dirty="0"/>
          </a:p>
        </p:txBody>
      </p:sp>
    </p:spTree>
    <p:extLst>
      <p:ext uri="{BB962C8B-B14F-4D97-AF65-F5344CB8AC3E}">
        <p14:creationId xmlns:p14="http://schemas.microsoft.com/office/powerpoint/2010/main" val="19628319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 two columns VI">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noProof="0" dirty="0"/>
              <a:t>Click to add heading on maximum two rows</a:t>
            </a:r>
            <a:endParaRPr lang="en-GB" dirty="0"/>
          </a:p>
        </p:txBody>
      </p:sp>
      <p:sp>
        <p:nvSpPr>
          <p:cNvPr id="3" name="Content Placeholder 2"/>
          <p:cNvSpPr>
            <a:spLocks noGrp="1"/>
          </p:cNvSpPr>
          <p:nvPr>
            <p:ph sz="half" idx="1" hasCustomPrompt="1"/>
          </p:nvPr>
        </p:nvSpPr>
        <p:spPr>
          <a:xfrm>
            <a:off x="784225" y="1763714"/>
            <a:ext cx="5113337" cy="1890000"/>
          </a:xfrm>
        </p:spPr>
        <p:txBody>
          <a:bodyPr/>
          <a:lstStyle>
            <a:lvl1pPr>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Content Placeholder 3"/>
          <p:cNvSpPr>
            <a:spLocks noGrp="1"/>
          </p:cNvSpPr>
          <p:nvPr>
            <p:ph sz="half" idx="2" hasCustomPrompt="1"/>
          </p:nvPr>
        </p:nvSpPr>
        <p:spPr>
          <a:xfrm>
            <a:off x="786500" y="4052013"/>
            <a:ext cx="5114744" cy="1890000"/>
          </a:xfrm>
        </p:spPr>
        <p:txBody>
          <a:bodyPr/>
          <a:lstStyle>
            <a:lvl1pPr>
              <a:defRPr baseline="0"/>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Content Placeholder 4"/>
          <p:cNvSpPr>
            <a:spLocks noGrp="1"/>
          </p:cNvSpPr>
          <p:nvPr>
            <p:ph sz="quarter" idx="13" hasCustomPrompt="1"/>
          </p:nvPr>
        </p:nvSpPr>
        <p:spPr>
          <a:xfrm>
            <a:off x="6292850" y="1763713"/>
            <a:ext cx="5111749" cy="1890000"/>
          </a:xfrm>
        </p:spPr>
        <p:txBody>
          <a:bodyPr/>
          <a:lstStyle>
            <a:lvl1pPr>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0" name="Content Placeholder 5"/>
          <p:cNvSpPr>
            <a:spLocks noGrp="1"/>
          </p:cNvSpPr>
          <p:nvPr>
            <p:ph sz="quarter" idx="14" hasCustomPrompt="1"/>
          </p:nvPr>
        </p:nvSpPr>
        <p:spPr>
          <a:xfrm>
            <a:off x="6292850" y="4052013"/>
            <a:ext cx="5111749" cy="1890000"/>
          </a:xfrm>
        </p:spPr>
        <p:txBody>
          <a:bodyPr/>
          <a:lstStyle>
            <a:lvl1pPr>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5" name="Date_DateCustomA"/>
          <p:cNvSpPr>
            <a:spLocks noGrp="1"/>
          </p:cNvSpPr>
          <p:nvPr>
            <p:ph type="dt" sz="half" idx="10"/>
          </p:nvPr>
        </p:nvSpPr>
        <p:spPr/>
        <p:txBody>
          <a:bodyPr/>
          <a:lstStyle/>
          <a:p>
            <a:endParaRPr lang="en-GB" dirty="0"/>
          </a:p>
        </p:txBody>
      </p:sp>
      <p:sp>
        <p:nvSpPr>
          <p:cNvPr id="6" name="FLD_PresentationTitle"/>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24C8C45C-947F-4981-8B3F-4F32E973C901}" type="slidenum">
              <a:rPr lang="en-GB" smtClean="0"/>
              <a:t>‹#›</a:t>
            </a:fld>
            <a:endParaRPr lang="en-GB" dirty="0"/>
          </a:p>
        </p:txBody>
      </p:sp>
    </p:spTree>
    <p:extLst>
      <p:ext uri="{BB962C8B-B14F-4D97-AF65-F5344CB8AC3E}">
        <p14:creationId xmlns:p14="http://schemas.microsoft.com/office/powerpoint/2010/main" val="8834652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 three columns I">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noProof="0" dirty="0"/>
              <a:t>Click to add heading on maximum two rows</a:t>
            </a:r>
            <a:endParaRPr lang="en-GB" dirty="0"/>
          </a:p>
        </p:txBody>
      </p:sp>
      <p:sp>
        <p:nvSpPr>
          <p:cNvPr id="3" name="Content Placeholder 2"/>
          <p:cNvSpPr>
            <a:spLocks noGrp="1"/>
          </p:cNvSpPr>
          <p:nvPr>
            <p:ph sz="half" idx="1" hasCustomPrompt="1"/>
          </p:nvPr>
        </p:nvSpPr>
        <p:spPr>
          <a:xfrm>
            <a:off x="784226" y="1763713"/>
            <a:ext cx="3275012" cy="4175125"/>
          </a:xfrm>
        </p:spPr>
        <p:txBody>
          <a:bodyPr/>
          <a:lstStyle>
            <a:lvl1pPr>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Content Placeholder 3"/>
          <p:cNvSpPr>
            <a:spLocks noGrp="1"/>
          </p:cNvSpPr>
          <p:nvPr>
            <p:ph sz="half" idx="2" hasCustomPrompt="1"/>
          </p:nvPr>
        </p:nvSpPr>
        <p:spPr>
          <a:xfrm>
            <a:off x="4456800" y="1763713"/>
            <a:ext cx="3275913" cy="4175125"/>
          </a:xfrm>
        </p:spPr>
        <p:txBody>
          <a:bodyPr/>
          <a:lstStyle>
            <a:lvl1pPr>
              <a:defRPr baseline="0"/>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Content Placeholder 4"/>
          <p:cNvSpPr>
            <a:spLocks noGrp="1"/>
          </p:cNvSpPr>
          <p:nvPr>
            <p:ph sz="quarter" idx="13" hasCustomPrompt="1"/>
          </p:nvPr>
        </p:nvSpPr>
        <p:spPr>
          <a:xfrm>
            <a:off x="8130274" y="1763713"/>
            <a:ext cx="3274325" cy="4175125"/>
          </a:xfrm>
        </p:spPr>
        <p:txBody>
          <a:bodyPr/>
          <a:lstStyle>
            <a:lvl1pPr>
              <a:defRPr/>
            </a:lvl1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5" name="Date_DateCustomA"/>
          <p:cNvSpPr>
            <a:spLocks noGrp="1"/>
          </p:cNvSpPr>
          <p:nvPr>
            <p:ph type="dt" sz="half" idx="10"/>
          </p:nvPr>
        </p:nvSpPr>
        <p:spPr/>
        <p:txBody>
          <a:bodyPr/>
          <a:lstStyle/>
          <a:p>
            <a:endParaRPr lang="en-GB" dirty="0"/>
          </a:p>
        </p:txBody>
      </p:sp>
      <p:sp>
        <p:nvSpPr>
          <p:cNvPr id="6" name="FLD_PresentationTitle"/>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24C8C45C-947F-4981-8B3F-4F32E973C901}" type="slidenum">
              <a:rPr lang="en-GB" smtClean="0"/>
              <a:t>‹#›</a:t>
            </a:fld>
            <a:endParaRPr lang="en-GB" dirty="0"/>
          </a:p>
        </p:txBody>
      </p:sp>
    </p:spTree>
    <p:extLst>
      <p:ext uri="{BB962C8B-B14F-4D97-AF65-F5344CB8AC3E}">
        <p14:creationId xmlns:p14="http://schemas.microsoft.com/office/powerpoint/2010/main" val="23523660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 three columns II">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noProof="0" dirty="0"/>
              <a:t>Click to add heading on maximum two rows</a:t>
            </a:r>
            <a:endParaRPr lang="en-GB" dirty="0"/>
          </a:p>
        </p:txBody>
      </p:sp>
      <p:sp>
        <p:nvSpPr>
          <p:cNvPr id="10" name="Text Placeholder 2"/>
          <p:cNvSpPr>
            <a:spLocks noGrp="1"/>
          </p:cNvSpPr>
          <p:nvPr>
            <p:ph type="body" sz="quarter" idx="13" hasCustomPrompt="1"/>
          </p:nvPr>
        </p:nvSpPr>
        <p:spPr>
          <a:xfrm>
            <a:off x="784799" y="1835150"/>
            <a:ext cx="3276000" cy="4103688"/>
          </a:xfrm>
          <a:solidFill>
            <a:srgbClr val="FAEFE5"/>
          </a:solidFill>
        </p:spPr>
        <p:txBody>
          <a:bodyPr lIns="288000" tIns="367200" rIns="288000"/>
          <a:lstStyle>
            <a:lvl1pPr marL="216000" indent="-216000">
              <a:spcBef>
                <a:spcPts val="600"/>
              </a:spcBef>
              <a:buFont typeface="Arial" panose="020B0604020202020204" pitchFamily="34" charset="0"/>
              <a:buChar cha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2" name="Text Placeholder 3"/>
          <p:cNvSpPr>
            <a:spLocks noGrp="1"/>
          </p:cNvSpPr>
          <p:nvPr>
            <p:ph type="body" sz="quarter" idx="14" hasCustomPrompt="1"/>
          </p:nvPr>
        </p:nvSpPr>
        <p:spPr>
          <a:xfrm>
            <a:off x="4456799" y="1835151"/>
            <a:ext cx="3276000" cy="4103688"/>
          </a:xfrm>
          <a:solidFill>
            <a:srgbClr val="E5F5ED"/>
          </a:solidFill>
        </p:spPr>
        <p:txBody>
          <a:bodyPr lIns="288000" tIns="367200" rIns="288000"/>
          <a:lstStyle>
            <a:lvl1pPr marL="216000" indent="-216000">
              <a:spcBef>
                <a:spcPts val="600"/>
              </a:spcBef>
              <a:buClr>
                <a:schemeClr val="accent3"/>
              </a:buClr>
              <a:buFont typeface="Arial" panose="020B0604020202020204" pitchFamily="34" charset="0"/>
              <a:buChar char="•"/>
              <a:defRPr/>
            </a:lvl1pPr>
            <a:lvl2pPr>
              <a:buClr>
                <a:schemeClr val="accent3"/>
              </a:buClr>
              <a:defRPr/>
            </a:lvl2pPr>
            <a:lvl3pPr>
              <a:buClr>
                <a:schemeClr val="accent3"/>
              </a:buClr>
              <a:defRPr/>
            </a:lvl3pPr>
            <a:lvl4pPr>
              <a:buClr>
                <a:schemeClr val="accent3"/>
              </a:buClr>
              <a:defRPr/>
            </a:lvl4pPr>
            <a:lvl5pPr>
              <a:buClr>
                <a:schemeClr val="accent3"/>
              </a:buClr>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3" name="Text Placeholder 4"/>
          <p:cNvSpPr>
            <a:spLocks noGrp="1"/>
          </p:cNvSpPr>
          <p:nvPr>
            <p:ph type="body" sz="quarter" idx="15" hasCustomPrompt="1"/>
          </p:nvPr>
        </p:nvSpPr>
        <p:spPr>
          <a:xfrm>
            <a:off x="8128800" y="1836000"/>
            <a:ext cx="3276000" cy="4103688"/>
          </a:xfrm>
          <a:solidFill>
            <a:srgbClr val="F9E7F0"/>
          </a:solidFill>
        </p:spPr>
        <p:txBody>
          <a:bodyPr lIns="288000" tIns="367200" rIns="288000"/>
          <a:lstStyle>
            <a:lvl1pPr marL="216000" indent="-216000">
              <a:spcBef>
                <a:spcPts val="600"/>
              </a:spcBef>
              <a:buClr>
                <a:srgbClr val="C5569A"/>
              </a:buClr>
              <a:buFont typeface="Arial" panose="020B0604020202020204" pitchFamily="34" charset="0"/>
              <a:buChar char="•"/>
              <a:defRPr/>
            </a:lvl1pPr>
            <a:lvl2pPr>
              <a:buClr>
                <a:srgbClr val="C5569A"/>
              </a:buClr>
              <a:defRPr/>
            </a:lvl2pPr>
            <a:lvl3pPr>
              <a:buClr>
                <a:srgbClr val="C5569A"/>
              </a:buClr>
              <a:defRPr/>
            </a:lvl3pPr>
            <a:lvl4pPr>
              <a:buClr>
                <a:srgbClr val="C5569A"/>
              </a:buClr>
              <a:defRPr/>
            </a:lvl4pPr>
            <a:lvl5pPr>
              <a:buClr>
                <a:srgbClr val="C5569A"/>
              </a:buClr>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5" name="Date_DateCustomA"/>
          <p:cNvSpPr>
            <a:spLocks noGrp="1"/>
          </p:cNvSpPr>
          <p:nvPr>
            <p:ph type="dt" sz="half" idx="10"/>
          </p:nvPr>
        </p:nvSpPr>
        <p:spPr/>
        <p:txBody>
          <a:bodyPr/>
          <a:lstStyle/>
          <a:p>
            <a:endParaRPr lang="en-GB" dirty="0"/>
          </a:p>
        </p:txBody>
      </p:sp>
      <p:sp>
        <p:nvSpPr>
          <p:cNvPr id="6" name="FLD_PresentationTitle"/>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24C8C45C-947F-4981-8B3F-4F32E973C901}" type="slidenum">
              <a:rPr lang="en-GB" smtClean="0"/>
              <a:t>‹#›</a:t>
            </a:fld>
            <a:endParaRPr lang="en-GB" dirty="0"/>
          </a:p>
        </p:txBody>
      </p:sp>
    </p:spTree>
    <p:extLst>
      <p:ext uri="{BB962C8B-B14F-4D97-AF65-F5344CB8AC3E}">
        <p14:creationId xmlns:p14="http://schemas.microsoft.com/office/powerpoint/2010/main" val="21707812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 three columns III">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noProof="0" dirty="0"/>
              <a:t>Click to add heading on maximum two rows</a:t>
            </a:r>
            <a:endParaRPr lang="en-GB" dirty="0"/>
          </a:p>
        </p:txBody>
      </p:sp>
      <p:sp>
        <p:nvSpPr>
          <p:cNvPr id="10" name="Text Placeholder 2"/>
          <p:cNvSpPr>
            <a:spLocks noGrp="1"/>
          </p:cNvSpPr>
          <p:nvPr>
            <p:ph type="body" sz="quarter" idx="13" hasCustomPrompt="1"/>
          </p:nvPr>
        </p:nvSpPr>
        <p:spPr>
          <a:xfrm>
            <a:off x="784799" y="2534477"/>
            <a:ext cx="3276000" cy="3407535"/>
          </a:xfrm>
          <a:solidFill>
            <a:srgbClr val="FAEFE5"/>
          </a:solidFill>
        </p:spPr>
        <p:txBody>
          <a:bodyPr lIns="288000" tIns="306000" rIns="288000"/>
          <a:lstStyle>
            <a:lvl1pPr marL="216000" indent="-216000">
              <a:spcBef>
                <a:spcPts val="600"/>
              </a:spcBef>
              <a:buFont typeface="Arial" panose="020B0604020202020204" pitchFamily="34" charset="0"/>
              <a:buChar cha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2" name="Text Placeholder 3"/>
          <p:cNvSpPr>
            <a:spLocks noGrp="1"/>
          </p:cNvSpPr>
          <p:nvPr>
            <p:ph type="body" sz="quarter" idx="14" hasCustomPrompt="1"/>
          </p:nvPr>
        </p:nvSpPr>
        <p:spPr>
          <a:xfrm>
            <a:off x="4456799" y="2534477"/>
            <a:ext cx="3276000" cy="3407536"/>
          </a:xfrm>
          <a:solidFill>
            <a:srgbClr val="FAEFE5"/>
          </a:solidFill>
        </p:spPr>
        <p:txBody>
          <a:bodyPr lIns="288000" tIns="306000" rIns="288000"/>
          <a:lstStyle>
            <a:lvl1pPr marL="216000" indent="-216000">
              <a:spcBef>
                <a:spcPts val="600"/>
              </a:spcBef>
              <a:buClr>
                <a:schemeClr val="accent3"/>
              </a:buClr>
              <a:buFont typeface="Arial" panose="020B0604020202020204" pitchFamily="34" charset="0"/>
              <a:buChar char="•"/>
              <a:defRPr/>
            </a:lvl1pPr>
            <a:lvl2pPr>
              <a:buClr>
                <a:schemeClr val="accent3"/>
              </a:buClr>
              <a:defRPr/>
            </a:lvl2pPr>
            <a:lvl3pPr>
              <a:buClr>
                <a:schemeClr val="accent3"/>
              </a:buClr>
              <a:defRPr/>
            </a:lvl3pPr>
            <a:lvl4pPr>
              <a:buClr>
                <a:schemeClr val="accent3"/>
              </a:buClr>
              <a:defRPr/>
            </a:lvl4pPr>
            <a:lvl5pPr>
              <a:buClr>
                <a:schemeClr val="accent3"/>
              </a:buClr>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3" name="Text Placeholder 4"/>
          <p:cNvSpPr>
            <a:spLocks noGrp="1"/>
          </p:cNvSpPr>
          <p:nvPr>
            <p:ph type="body" sz="quarter" idx="15" hasCustomPrompt="1"/>
          </p:nvPr>
        </p:nvSpPr>
        <p:spPr>
          <a:xfrm>
            <a:off x="8128800" y="2534477"/>
            <a:ext cx="3276000" cy="3407536"/>
          </a:xfrm>
          <a:solidFill>
            <a:srgbClr val="FAEFE5"/>
          </a:solidFill>
        </p:spPr>
        <p:txBody>
          <a:bodyPr lIns="288000" tIns="306000" rIns="288000"/>
          <a:lstStyle>
            <a:lvl1pPr marL="216000" indent="-216000">
              <a:spcBef>
                <a:spcPts val="600"/>
              </a:spcBef>
              <a:buClr>
                <a:srgbClr val="C5569A"/>
              </a:buClr>
              <a:buFont typeface="Arial" panose="020B0604020202020204" pitchFamily="34" charset="0"/>
              <a:buChar char="•"/>
              <a:defRPr/>
            </a:lvl1pPr>
            <a:lvl2pPr>
              <a:buClr>
                <a:srgbClr val="C5569A"/>
              </a:buClr>
              <a:defRPr/>
            </a:lvl2pPr>
            <a:lvl3pPr>
              <a:buClr>
                <a:srgbClr val="C5569A"/>
              </a:buClr>
              <a:defRPr/>
            </a:lvl3pPr>
            <a:lvl4pPr>
              <a:buClr>
                <a:srgbClr val="C5569A"/>
              </a:buClr>
              <a:defRPr/>
            </a:lvl4pPr>
            <a:lvl5pPr>
              <a:buClr>
                <a:srgbClr val="C5569A"/>
              </a:buClr>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5" name="Date_DateCustomA"/>
          <p:cNvSpPr>
            <a:spLocks noGrp="1"/>
          </p:cNvSpPr>
          <p:nvPr>
            <p:ph type="dt" sz="half" idx="10"/>
          </p:nvPr>
        </p:nvSpPr>
        <p:spPr/>
        <p:txBody>
          <a:bodyPr/>
          <a:lstStyle/>
          <a:p>
            <a:endParaRPr lang="en-GB" dirty="0"/>
          </a:p>
        </p:txBody>
      </p:sp>
      <p:sp>
        <p:nvSpPr>
          <p:cNvPr id="6" name="FLD_PresentationTitle"/>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24C8C45C-947F-4981-8B3F-4F32E973C901}" type="slidenum">
              <a:rPr lang="en-GB" smtClean="0"/>
              <a:t>‹#›</a:t>
            </a:fld>
            <a:endParaRPr lang="en-GB" dirty="0"/>
          </a:p>
        </p:txBody>
      </p:sp>
      <p:sp>
        <p:nvSpPr>
          <p:cNvPr id="8" name="Text Placeholder 7"/>
          <p:cNvSpPr>
            <a:spLocks noGrp="1"/>
          </p:cNvSpPr>
          <p:nvPr>
            <p:ph type="body" sz="quarter" idx="16" hasCustomPrompt="1"/>
          </p:nvPr>
        </p:nvSpPr>
        <p:spPr>
          <a:xfrm>
            <a:off x="787400" y="1836739"/>
            <a:ext cx="3275013" cy="717617"/>
          </a:xfrm>
          <a:solidFill>
            <a:schemeClr val="accent1"/>
          </a:solidFill>
        </p:spPr>
        <p:txBody>
          <a:bodyPr lIns="288000" rIns="288000" anchor="ctr" anchorCtr="0"/>
          <a:lstStyle>
            <a:lvl1pPr marL="0" indent="0">
              <a:spcBef>
                <a:spcPts val="0"/>
              </a:spcBef>
              <a:buFont typeface="Arial" panose="020B0604020202020204" pitchFamily="34" charset="0"/>
              <a:buChar char="​"/>
              <a:defRPr sz="2400">
                <a:solidFill>
                  <a:schemeClr val="bg1"/>
                </a:solidFill>
              </a:defRPr>
            </a:lvl1pPr>
            <a:lvl2pPr marL="0" indent="0">
              <a:spcBef>
                <a:spcPts val="0"/>
              </a:spcBef>
              <a:buFont typeface="Arial" panose="020B0604020202020204" pitchFamily="34" charset="0"/>
              <a:buChar char="​"/>
              <a:defRPr sz="2400"/>
            </a:lvl2pPr>
            <a:lvl3pPr marL="0" indent="0">
              <a:spcBef>
                <a:spcPts val="0"/>
              </a:spcBef>
              <a:buFont typeface="Arial" panose="020B0604020202020204" pitchFamily="34" charset="0"/>
              <a:buChar char="​"/>
              <a:defRPr sz="2400"/>
            </a:lvl3pPr>
            <a:lvl4pPr marL="0" indent="0">
              <a:spcBef>
                <a:spcPts val="0"/>
              </a:spcBef>
              <a:buFont typeface="Arial" panose="020B0604020202020204" pitchFamily="34" charset="0"/>
              <a:buChar char="​"/>
              <a:defRPr sz="2400"/>
            </a:lvl4pPr>
            <a:lvl5pPr marL="0" indent="0">
              <a:spcBef>
                <a:spcPts val="0"/>
              </a:spcBef>
              <a:buFont typeface="Arial" panose="020B0604020202020204" pitchFamily="34" charset="0"/>
              <a:buChar char="​"/>
              <a:defRPr sz="2400"/>
            </a:lvl5pPr>
            <a:lvl6pPr marL="0" indent="0">
              <a:spcBef>
                <a:spcPts val="0"/>
              </a:spcBef>
              <a:buFont typeface="Arial" panose="020B0604020202020204" pitchFamily="34" charset="0"/>
              <a:buChar char="​"/>
              <a:defRPr sz="2400"/>
            </a:lvl6pPr>
            <a:lvl7pPr marL="0" indent="0">
              <a:spcBef>
                <a:spcPts val="0"/>
              </a:spcBef>
              <a:buFont typeface="Arial" panose="020B0604020202020204" pitchFamily="34" charset="0"/>
              <a:buChar char="​"/>
              <a:defRPr sz="2400"/>
            </a:lvl7pPr>
            <a:lvl8pPr marL="0" indent="0">
              <a:spcBef>
                <a:spcPts val="0"/>
              </a:spcBef>
              <a:buFont typeface="Arial" panose="020B0604020202020204" pitchFamily="34" charset="0"/>
              <a:buChar char="​"/>
              <a:defRPr sz="2400"/>
            </a:lvl8pPr>
            <a:lvl9pPr marL="0" indent="0">
              <a:spcBef>
                <a:spcPts val="0"/>
              </a:spcBef>
              <a:buFont typeface="Arial" panose="020B0604020202020204" pitchFamily="34" charset="0"/>
              <a:buChar char="​"/>
              <a:defRPr sz="2400"/>
            </a:lvl9pPr>
          </a:lstStyle>
          <a:p>
            <a:pPr lvl="0"/>
            <a:r>
              <a:rPr lang="en-US" dirty="0"/>
              <a:t>Click to add header</a:t>
            </a:r>
          </a:p>
        </p:txBody>
      </p:sp>
      <p:sp>
        <p:nvSpPr>
          <p:cNvPr id="18" name="Text Placeholder 8"/>
          <p:cNvSpPr>
            <a:spLocks noGrp="1"/>
          </p:cNvSpPr>
          <p:nvPr>
            <p:ph type="body" sz="quarter" idx="17" hasCustomPrompt="1"/>
          </p:nvPr>
        </p:nvSpPr>
        <p:spPr>
          <a:xfrm>
            <a:off x="4459256" y="1836738"/>
            <a:ext cx="3275013" cy="717617"/>
          </a:xfrm>
          <a:solidFill>
            <a:schemeClr val="accent3"/>
          </a:solidFill>
        </p:spPr>
        <p:txBody>
          <a:bodyPr lIns="288000" rIns="288000" anchor="ctr" anchorCtr="0"/>
          <a:lstStyle>
            <a:lvl1pPr marL="0" indent="0">
              <a:spcBef>
                <a:spcPts val="0"/>
              </a:spcBef>
              <a:buFont typeface="Arial" panose="020B0604020202020204" pitchFamily="34" charset="0"/>
              <a:buChar char="​"/>
              <a:defRPr sz="2400">
                <a:solidFill>
                  <a:schemeClr val="bg1"/>
                </a:solidFill>
              </a:defRPr>
            </a:lvl1pPr>
            <a:lvl2pPr marL="0" indent="0">
              <a:spcBef>
                <a:spcPts val="0"/>
              </a:spcBef>
              <a:buFont typeface="Arial" panose="020B0604020202020204" pitchFamily="34" charset="0"/>
              <a:buChar char="​"/>
              <a:defRPr sz="2400"/>
            </a:lvl2pPr>
            <a:lvl3pPr marL="0" indent="0">
              <a:spcBef>
                <a:spcPts val="0"/>
              </a:spcBef>
              <a:buFont typeface="Arial" panose="020B0604020202020204" pitchFamily="34" charset="0"/>
              <a:buChar char="​"/>
              <a:defRPr sz="2400"/>
            </a:lvl3pPr>
            <a:lvl4pPr marL="0" indent="0">
              <a:spcBef>
                <a:spcPts val="0"/>
              </a:spcBef>
              <a:buFont typeface="Arial" panose="020B0604020202020204" pitchFamily="34" charset="0"/>
              <a:buChar char="​"/>
              <a:defRPr sz="2400"/>
            </a:lvl4pPr>
            <a:lvl5pPr marL="0" indent="0">
              <a:spcBef>
                <a:spcPts val="0"/>
              </a:spcBef>
              <a:buFont typeface="Arial" panose="020B0604020202020204" pitchFamily="34" charset="0"/>
              <a:buChar char="​"/>
              <a:defRPr sz="2400"/>
            </a:lvl5pPr>
            <a:lvl6pPr marL="0" indent="0">
              <a:spcBef>
                <a:spcPts val="0"/>
              </a:spcBef>
              <a:buFont typeface="Arial" panose="020B0604020202020204" pitchFamily="34" charset="0"/>
              <a:buChar char="​"/>
              <a:defRPr sz="2400"/>
            </a:lvl6pPr>
            <a:lvl7pPr marL="0" indent="0">
              <a:spcBef>
                <a:spcPts val="0"/>
              </a:spcBef>
              <a:buFont typeface="Arial" panose="020B0604020202020204" pitchFamily="34" charset="0"/>
              <a:buChar char="​"/>
              <a:defRPr sz="2400"/>
            </a:lvl7pPr>
            <a:lvl8pPr marL="0" indent="0">
              <a:spcBef>
                <a:spcPts val="0"/>
              </a:spcBef>
              <a:buFont typeface="Arial" panose="020B0604020202020204" pitchFamily="34" charset="0"/>
              <a:buChar char="​"/>
              <a:defRPr sz="2400"/>
            </a:lvl8pPr>
            <a:lvl9pPr marL="0" indent="0">
              <a:spcBef>
                <a:spcPts val="0"/>
              </a:spcBef>
              <a:buFont typeface="Arial" panose="020B0604020202020204" pitchFamily="34" charset="0"/>
              <a:buChar char="​"/>
              <a:defRPr sz="2400"/>
            </a:lvl9pPr>
          </a:lstStyle>
          <a:p>
            <a:pPr lvl="0"/>
            <a:r>
              <a:rPr lang="en-US" dirty="0"/>
              <a:t>Click to add header</a:t>
            </a:r>
          </a:p>
        </p:txBody>
      </p:sp>
      <p:sp>
        <p:nvSpPr>
          <p:cNvPr id="19" name="Text Placeholder 9"/>
          <p:cNvSpPr>
            <a:spLocks noGrp="1"/>
          </p:cNvSpPr>
          <p:nvPr>
            <p:ph type="body" sz="quarter" idx="18" hasCustomPrompt="1"/>
          </p:nvPr>
        </p:nvSpPr>
        <p:spPr>
          <a:xfrm>
            <a:off x="8129588" y="1836739"/>
            <a:ext cx="3275013" cy="717617"/>
          </a:xfrm>
          <a:solidFill>
            <a:srgbClr val="C5569A"/>
          </a:solidFill>
        </p:spPr>
        <p:txBody>
          <a:bodyPr lIns="288000" rIns="288000" anchor="ctr" anchorCtr="0"/>
          <a:lstStyle>
            <a:lvl1pPr marL="0" indent="0">
              <a:spcBef>
                <a:spcPts val="0"/>
              </a:spcBef>
              <a:buFont typeface="Arial" panose="020B0604020202020204" pitchFamily="34" charset="0"/>
              <a:buChar char="​"/>
              <a:defRPr sz="2400">
                <a:solidFill>
                  <a:schemeClr val="bg1"/>
                </a:solidFill>
              </a:defRPr>
            </a:lvl1pPr>
            <a:lvl2pPr marL="0" indent="0">
              <a:spcBef>
                <a:spcPts val="0"/>
              </a:spcBef>
              <a:buFont typeface="Arial" panose="020B0604020202020204" pitchFamily="34" charset="0"/>
              <a:buChar char="​"/>
              <a:defRPr sz="2400"/>
            </a:lvl2pPr>
            <a:lvl3pPr marL="0" indent="0">
              <a:spcBef>
                <a:spcPts val="0"/>
              </a:spcBef>
              <a:buFont typeface="Arial" panose="020B0604020202020204" pitchFamily="34" charset="0"/>
              <a:buChar char="​"/>
              <a:defRPr sz="2400"/>
            </a:lvl3pPr>
            <a:lvl4pPr marL="0" indent="0">
              <a:spcBef>
                <a:spcPts val="0"/>
              </a:spcBef>
              <a:buFont typeface="Arial" panose="020B0604020202020204" pitchFamily="34" charset="0"/>
              <a:buChar char="​"/>
              <a:defRPr sz="2400"/>
            </a:lvl4pPr>
            <a:lvl5pPr marL="0" indent="0">
              <a:spcBef>
                <a:spcPts val="0"/>
              </a:spcBef>
              <a:buFont typeface="Arial" panose="020B0604020202020204" pitchFamily="34" charset="0"/>
              <a:buChar char="​"/>
              <a:defRPr sz="2400"/>
            </a:lvl5pPr>
            <a:lvl6pPr marL="0" indent="0">
              <a:spcBef>
                <a:spcPts val="0"/>
              </a:spcBef>
              <a:buFont typeface="Arial" panose="020B0604020202020204" pitchFamily="34" charset="0"/>
              <a:buChar char="​"/>
              <a:defRPr sz="2400"/>
            </a:lvl6pPr>
            <a:lvl7pPr marL="0" indent="0">
              <a:spcBef>
                <a:spcPts val="0"/>
              </a:spcBef>
              <a:buFont typeface="Arial" panose="020B0604020202020204" pitchFamily="34" charset="0"/>
              <a:buChar char="​"/>
              <a:defRPr sz="2400"/>
            </a:lvl7pPr>
            <a:lvl8pPr marL="0" indent="0">
              <a:spcBef>
                <a:spcPts val="0"/>
              </a:spcBef>
              <a:buFont typeface="Arial" panose="020B0604020202020204" pitchFamily="34" charset="0"/>
              <a:buChar char="​"/>
              <a:defRPr sz="2400"/>
            </a:lvl8pPr>
            <a:lvl9pPr marL="0" indent="0">
              <a:spcBef>
                <a:spcPts val="0"/>
              </a:spcBef>
              <a:buFont typeface="Arial" panose="020B0604020202020204" pitchFamily="34" charset="0"/>
              <a:buChar char="​"/>
              <a:defRPr sz="2400"/>
            </a:lvl9pPr>
          </a:lstStyle>
          <a:p>
            <a:pPr lvl="0"/>
            <a:r>
              <a:rPr lang="en-US" dirty="0"/>
              <a:t>Click to add header</a:t>
            </a:r>
          </a:p>
        </p:txBody>
      </p:sp>
    </p:spTree>
    <p:extLst>
      <p:ext uri="{BB962C8B-B14F-4D97-AF65-F5344CB8AC3E}">
        <p14:creationId xmlns:p14="http://schemas.microsoft.com/office/powerpoint/2010/main" val="42192641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 three columns IV">
    <p:spTree>
      <p:nvGrpSpPr>
        <p:cNvPr id="1" name=""/>
        <p:cNvGrpSpPr/>
        <p:nvPr/>
      </p:nvGrpSpPr>
      <p:grpSpPr>
        <a:xfrm>
          <a:off x="0" y="0"/>
          <a:ext cx="0" cy="0"/>
          <a:chOff x="0" y="0"/>
          <a:chExt cx="0" cy="0"/>
        </a:xfrm>
      </p:grpSpPr>
      <p:sp>
        <p:nvSpPr>
          <p:cNvPr id="8" name="Background"/>
          <p:cNvSpPr/>
          <p:nvPr userDrawn="1"/>
        </p:nvSpPr>
        <p:spPr>
          <a:xfrm>
            <a:off x="179388" y="179389"/>
            <a:ext cx="11829600" cy="6011862"/>
          </a:xfrm>
          <a:prstGeom prst="rect">
            <a:avLst/>
          </a:prstGeom>
          <a:solidFill>
            <a:srgbClr val="E5F5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noProof="0" dirty="0" err="1"/>
          </a:p>
        </p:txBody>
      </p:sp>
      <p:sp>
        <p:nvSpPr>
          <p:cNvPr id="2" name="Title 1"/>
          <p:cNvSpPr>
            <a:spLocks noGrp="1"/>
          </p:cNvSpPr>
          <p:nvPr>
            <p:ph type="title" hasCustomPrompt="1"/>
          </p:nvPr>
        </p:nvSpPr>
        <p:spPr/>
        <p:txBody>
          <a:bodyPr/>
          <a:lstStyle/>
          <a:p>
            <a:r>
              <a:rPr lang="en-GB" noProof="0" dirty="0"/>
              <a:t>Click to add heading on maximum two rows</a:t>
            </a:r>
            <a:endParaRPr lang="en-GB" dirty="0"/>
          </a:p>
        </p:txBody>
      </p:sp>
      <p:sp>
        <p:nvSpPr>
          <p:cNvPr id="10" name="Text Placeholder 2"/>
          <p:cNvSpPr>
            <a:spLocks noGrp="1"/>
          </p:cNvSpPr>
          <p:nvPr>
            <p:ph type="body" sz="quarter" idx="13" hasCustomPrompt="1"/>
          </p:nvPr>
        </p:nvSpPr>
        <p:spPr>
          <a:xfrm>
            <a:off x="784800" y="1763712"/>
            <a:ext cx="10621388" cy="1926000"/>
          </a:xfrm>
          <a:noFill/>
        </p:spPr>
        <p:txBody>
          <a:bodyPr lIns="0" tIns="0" rIns="0"/>
          <a:lstStyle>
            <a:lvl1pPr marL="216000" indent="-216000">
              <a:spcBef>
                <a:spcPts val="600"/>
              </a:spcBef>
              <a:buClr>
                <a:schemeClr val="accent3"/>
              </a:buClr>
              <a:buFont typeface="Arial" panose="020B0604020202020204" pitchFamily="34" charset="0"/>
              <a:buChar char="•"/>
              <a:defRPr/>
            </a:lvl1pPr>
            <a:lvl2pPr>
              <a:buClr>
                <a:schemeClr val="accent3"/>
              </a:buClr>
              <a:defRPr/>
            </a:lvl2pPr>
            <a:lvl3pPr>
              <a:buClr>
                <a:schemeClr val="accent3"/>
              </a:buClr>
              <a:defRPr/>
            </a:lvl3pPr>
            <a:lvl4pPr>
              <a:buClr>
                <a:schemeClr val="accent3"/>
              </a:buClr>
              <a:defRPr/>
            </a:lvl4pPr>
            <a:lvl5pPr>
              <a:buClr>
                <a:schemeClr val="accent3"/>
              </a:buClr>
              <a:defRPr/>
            </a:lvl5pPr>
          </a:lstStyle>
          <a:p>
            <a:pPr lvl="0"/>
            <a:r>
              <a:rPr lang="en-GB" dirty="0"/>
              <a:t>Click to add text</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5" name="Date_DateCustomA"/>
          <p:cNvSpPr>
            <a:spLocks noGrp="1"/>
          </p:cNvSpPr>
          <p:nvPr>
            <p:ph type="dt" sz="half" idx="10"/>
          </p:nvPr>
        </p:nvSpPr>
        <p:spPr/>
        <p:txBody>
          <a:bodyPr/>
          <a:lstStyle/>
          <a:p>
            <a:endParaRPr lang="en-GB" dirty="0"/>
          </a:p>
        </p:txBody>
      </p:sp>
      <p:sp>
        <p:nvSpPr>
          <p:cNvPr id="6" name="FLD_PresentationTitle"/>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24C8C45C-947F-4981-8B3F-4F32E973C901}" type="slidenum">
              <a:rPr lang="en-GB" smtClean="0"/>
              <a:t>‹#›</a:t>
            </a:fld>
            <a:endParaRPr lang="en-GB" dirty="0"/>
          </a:p>
        </p:txBody>
      </p:sp>
      <p:sp>
        <p:nvSpPr>
          <p:cNvPr id="9" name="Picture Placeholder 3"/>
          <p:cNvSpPr>
            <a:spLocks noGrp="1"/>
          </p:cNvSpPr>
          <p:nvPr>
            <p:ph type="pic" sz="quarter" idx="14" hasCustomPrompt="1"/>
          </p:nvPr>
        </p:nvSpPr>
        <p:spPr>
          <a:xfrm>
            <a:off x="787399" y="4094921"/>
            <a:ext cx="3275013" cy="1847091"/>
          </a:xfrm>
        </p:spPr>
        <p:txBody>
          <a:bodyPr tIns="648000" anchor="ctr" anchorCtr="0"/>
          <a:lstStyle>
            <a:lvl1pPr marL="0" indent="0" algn="ctr">
              <a:buNone/>
              <a:defRPr sz="1600"/>
            </a:lvl1pPr>
          </a:lstStyle>
          <a:p>
            <a:r>
              <a:rPr lang="en-GB" noProof="0" dirty="0"/>
              <a:t>Click icon to add image</a:t>
            </a:r>
          </a:p>
        </p:txBody>
      </p:sp>
      <p:sp>
        <p:nvSpPr>
          <p:cNvPr id="13" name="Picture Placeholder 3"/>
          <p:cNvSpPr>
            <a:spLocks noGrp="1"/>
          </p:cNvSpPr>
          <p:nvPr>
            <p:ph type="pic" sz="quarter" idx="15" hasCustomPrompt="1"/>
          </p:nvPr>
        </p:nvSpPr>
        <p:spPr>
          <a:xfrm>
            <a:off x="4456681" y="4094921"/>
            <a:ext cx="3275013" cy="1847091"/>
          </a:xfrm>
        </p:spPr>
        <p:txBody>
          <a:bodyPr tIns="648000" anchor="ctr" anchorCtr="0"/>
          <a:lstStyle>
            <a:lvl1pPr marL="0" indent="0" algn="ctr">
              <a:buNone/>
              <a:defRPr sz="1600"/>
            </a:lvl1pPr>
          </a:lstStyle>
          <a:p>
            <a:r>
              <a:rPr lang="en-GB" noProof="0" dirty="0"/>
              <a:t>Click icon to add image</a:t>
            </a:r>
          </a:p>
        </p:txBody>
      </p:sp>
      <p:sp>
        <p:nvSpPr>
          <p:cNvPr id="14" name="Picture Placeholder 3"/>
          <p:cNvSpPr>
            <a:spLocks noGrp="1"/>
          </p:cNvSpPr>
          <p:nvPr>
            <p:ph type="pic" sz="quarter" idx="16" hasCustomPrompt="1"/>
          </p:nvPr>
        </p:nvSpPr>
        <p:spPr>
          <a:xfrm>
            <a:off x="8131175" y="4094921"/>
            <a:ext cx="3275013" cy="1847091"/>
          </a:xfrm>
        </p:spPr>
        <p:txBody>
          <a:bodyPr tIns="648000" anchor="ctr" anchorCtr="0"/>
          <a:lstStyle>
            <a:lvl1pPr marL="0" indent="0" algn="ctr">
              <a:buNone/>
              <a:defRPr sz="1600"/>
            </a:lvl1pPr>
          </a:lstStyle>
          <a:p>
            <a:r>
              <a:rPr lang="en-GB" noProof="0" dirty="0"/>
              <a:t>Click icon to add image</a:t>
            </a:r>
          </a:p>
        </p:txBody>
      </p:sp>
    </p:spTree>
    <p:extLst>
      <p:ext uri="{BB962C8B-B14F-4D97-AF65-F5344CB8AC3E}">
        <p14:creationId xmlns:p14="http://schemas.microsoft.com/office/powerpoint/2010/main" val="5209376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graphical element I">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GB" noProof="0" dirty="0"/>
              <a:t>Click to add heading on maximum two rows</a:t>
            </a:r>
          </a:p>
        </p:txBody>
      </p:sp>
      <p:sp>
        <p:nvSpPr>
          <p:cNvPr id="3" name="Content Placeholder 2"/>
          <p:cNvSpPr>
            <a:spLocks noGrp="1"/>
          </p:cNvSpPr>
          <p:nvPr>
            <p:ph idx="1" hasCustomPrompt="1"/>
          </p:nvPr>
        </p:nvSpPr>
        <p:spPr>
          <a:xfrm>
            <a:off x="784226" y="1763713"/>
            <a:ext cx="6948488" cy="4175125"/>
          </a:xfrm>
        </p:spPr>
        <p:txBody>
          <a:bodyPr/>
          <a:lstStyle/>
          <a:p>
            <a:pPr lvl="0"/>
            <a:r>
              <a:rPr lang="en-GB" dirty="0"/>
              <a:t>Click to add text</a:t>
            </a:r>
            <a:endParaRPr lang="en-GB" noProof="0" dirty="0"/>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13" name="Text Placeholder 3"/>
          <p:cNvSpPr>
            <a:spLocks noGrp="1" noChangeAspect="1"/>
          </p:cNvSpPr>
          <p:nvPr>
            <p:ph type="body" sz="quarter" idx="13" hasCustomPrompt="1"/>
          </p:nvPr>
        </p:nvSpPr>
        <p:spPr>
          <a:xfrm>
            <a:off x="8471970" y="1835149"/>
            <a:ext cx="2934217" cy="2934217"/>
          </a:xfrm>
          <a:prstGeom prst="wedgeEllipseCallout">
            <a:avLst>
              <a:gd name="adj1" fmla="val -62014"/>
              <a:gd name="adj2" fmla="val -216"/>
            </a:avLst>
          </a:prstGeom>
          <a:solidFill>
            <a:schemeClr val="accent3"/>
          </a:solidFill>
        </p:spPr>
        <p:txBody>
          <a:bodyPr lIns="72000" tIns="36000" rIns="72000" bIns="36000" anchor="ctr" anchorCtr="0"/>
          <a:lstStyle>
            <a:lvl1pPr marL="0" indent="0" algn="ctr">
              <a:lnSpc>
                <a:spcPct val="110000"/>
              </a:lnSpc>
              <a:spcBef>
                <a:spcPts val="0"/>
              </a:spcBef>
              <a:buClrTx/>
              <a:buFont typeface="Arial" panose="020B0604020202020204" pitchFamily="34" charset="0"/>
              <a:buChar char="​"/>
              <a:defRPr sz="2400">
                <a:solidFill>
                  <a:schemeClr val="bg1"/>
                </a:solidFill>
              </a:defRPr>
            </a:lvl1pPr>
            <a:lvl2pPr marL="0" indent="0" algn="ctr">
              <a:lnSpc>
                <a:spcPct val="110000"/>
              </a:lnSpc>
              <a:spcBef>
                <a:spcPts val="0"/>
              </a:spcBef>
              <a:buClrTx/>
              <a:buFont typeface="Arial" panose="020B0604020202020204" pitchFamily="34" charset="0"/>
              <a:buChar char="​"/>
              <a:defRPr sz="2400">
                <a:solidFill>
                  <a:schemeClr val="bg1"/>
                </a:solidFill>
              </a:defRPr>
            </a:lvl2pPr>
            <a:lvl3pPr marL="0" indent="0" algn="ctr">
              <a:lnSpc>
                <a:spcPct val="110000"/>
              </a:lnSpc>
              <a:spcBef>
                <a:spcPts val="0"/>
              </a:spcBef>
              <a:buClrTx/>
              <a:buFont typeface="Arial" panose="020B0604020202020204" pitchFamily="34" charset="0"/>
              <a:buChar char="​"/>
              <a:defRPr sz="2400">
                <a:solidFill>
                  <a:schemeClr val="bg1"/>
                </a:solidFill>
              </a:defRPr>
            </a:lvl3pPr>
            <a:lvl4pPr marL="0" indent="0" algn="ctr">
              <a:lnSpc>
                <a:spcPct val="110000"/>
              </a:lnSpc>
              <a:spcBef>
                <a:spcPts val="0"/>
              </a:spcBef>
              <a:buClrTx/>
              <a:buFont typeface="Arial" panose="020B0604020202020204" pitchFamily="34" charset="0"/>
              <a:buChar char="​"/>
              <a:defRPr sz="2400">
                <a:solidFill>
                  <a:schemeClr val="bg1"/>
                </a:solidFill>
              </a:defRPr>
            </a:lvl4pPr>
            <a:lvl5pPr marL="0" indent="0" algn="ctr">
              <a:lnSpc>
                <a:spcPct val="110000"/>
              </a:lnSpc>
              <a:spcBef>
                <a:spcPts val="0"/>
              </a:spcBef>
              <a:buClrTx/>
              <a:buFont typeface="Arial" panose="020B0604020202020204" pitchFamily="34" charset="0"/>
              <a:buChar char="​"/>
              <a:defRPr sz="2400">
                <a:solidFill>
                  <a:schemeClr val="bg1"/>
                </a:solidFill>
              </a:defRPr>
            </a:lvl5pPr>
            <a:lvl6pPr marL="0" indent="0" algn="ctr">
              <a:lnSpc>
                <a:spcPct val="110000"/>
              </a:lnSpc>
              <a:spcBef>
                <a:spcPts val="0"/>
              </a:spcBef>
              <a:buClrTx/>
              <a:buFont typeface="Arial" panose="020B0604020202020204" pitchFamily="34" charset="0"/>
              <a:buChar char="​"/>
              <a:defRPr sz="2400">
                <a:solidFill>
                  <a:schemeClr val="bg1"/>
                </a:solidFill>
              </a:defRPr>
            </a:lvl6pPr>
            <a:lvl7pPr marL="0" indent="0" algn="ctr">
              <a:lnSpc>
                <a:spcPct val="110000"/>
              </a:lnSpc>
              <a:spcBef>
                <a:spcPts val="0"/>
              </a:spcBef>
              <a:buClrTx/>
              <a:buFont typeface="Arial" panose="020B0604020202020204" pitchFamily="34" charset="0"/>
              <a:buChar char="​"/>
              <a:defRPr sz="2400">
                <a:solidFill>
                  <a:schemeClr val="bg1"/>
                </a:solidFill>
              </a:defRPr>
            </a:lvl7pPr>
            <a:lvl8pPr marL="0" indent="0" algn="ctr">
              <a:lnSpc>
                <a:spcPct val="110000"/>
              </a:lnSpc>
              <a:spcBef>
                <a:spcPts val="0"/>
              </a:spcBef>
              <a:buClrTx/>
              <a:buFont typeface="Arial" panose="020B0604020202020204" pitchFamily="34" charset="0"/>
              <a:buChar char="​"/>
              <a:defRPr sz="2400">
                <a:solidFill>
                  <a:schemeClr val="bg1"/>
                </a:solidFill>
              </a:defRPr>
            </a:lvl8pPr>
            <a:lvl9pPr marL="0" indent="0" algn="ctr">
              <a:lnSpc>
                <a:spcPct val="110000"/>
              </a:lnSpc>
              <a:spcBef>
                <a:spcPts val="0"/>
              </a:spcBef>
              <a:buClrTx/>
              <a:buFont typeface="Arial" panose="020B0604020202020204" pitchFamily="34" charset="0"/>
              <a:buChar char="​"/>
              <a:defRPr sz="2400">
                <a:solidFill>
                  <a:schemeClr val="bg1"/>
                </a:solidFill>
              </a:defRPr>
            </a:lvl9pPr>
          </a:lstStyle>
          <a:p>
            <a:pPr lvl="0"/>
            <a:r>
              <a:rPr lang="en-GB" dirty="0"/>
              <a:t>Click to add text</a:t>
            </a:r>
          </a:p>
        </p:txBody>
      </p:sp>
      <p:sp>
        <p:nvSpPr>
          <p:cNvPr id="4" name="Date_DateCustomA"/>
          <p:cNvSpPr>
            <a:spLocks noGrp="1"/>
          </p:cNvSpPr>
          <p:nvPr>
            <p:ph type="dt" sz="half" idx="10"/>
          </p:nvPr>
        </p:nvSpPr>
        <p:spPr/>
        <p:txBody>
          <a:bodyPr/>
          <a:lstStyle/>
          <a:p>
            <a:endParaRPr lang="en-GB" noProof="0" dirty="0"/>
          </a:p>
        </p:txBody>
      </p:sp>
      <p:sp>
        <p:nvSpPr>
          <p:cNvPr id="5" name="FLD_PresentationTitle"/>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a:t>
            </a:fld>
            <a:endParaRPr lang="en-GB" noProof="0" dirty="0"/>
          </a:p>
        </p:txBody>
      </p:sp>
    </p:spTree>
    <p:extLst>
      <p:ext uri="{BB962C8B-B14F-4D97-AF65-F5344CB8AC3E}">
        <p14:creationId xmlns:p14="http://schemas.microsoft.com/office/powerpoint/2010/main" val="2578606974"/>
      </p:ext>
    </p:extLst>
  </p:cSld>
  <p:clrMapOvr>
    <a:masterClrMapping/>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graphical element II">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GB" noProof="0" dirty="0"/>
              <a:t>Click to add heading on maximum two rows</a:t>
            </a:r>
          </a:p>
        </p:txBody>
      </p:sp>
      <p:sp>
        <p:nvSpPr>
          <p:cNvPr id="3" name="Content Placeholder 2"/>
          <p:cNvSpPr>
            <a:spLocks noGrp="1"/>
          </p:cNvSpPr>
          <p:nvPr>
            <p:ph idx="1" hasCustomPrompt="1"/>
          </p:nvPr>
        </p:nvSpPr>
        <p:spPr>
          <a:xfrm>
            <a:off x="4456800" y="1763713"/>
            <a:ext cx="6947800" cy="4175125"/>
          </a:xfrm>
        </p:spPr>
        <p:txBody>
          <a:bodyPr/>
          <a:lstStyle/>
          <a:p>
            <a:pPr lvl="0"/>
            <a:r>
              <a:rPr lang="en-GB" dirty="0"/>
              <a:t>Click to add text</a:t>
            </a:r>
            <a:endParaRPr lang="en-GB" noProof="0" dirty="0"/>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13" name="Text Placeholder 3"/>
          <p:cNvSpPr>
            <a:spLocks noGrp="1"/>
          </p:cNvSpPr>
          <p:nvPr>
            <p:ph type="body" sz="quarter" idx="13" hasCustomPrompt="1"/>
          </p:nvPr>
        </p:nvSpPr>
        <p:spPr>
          <a:xfrm>
            <a:off x="774016" y="1785940"/>
            <a:ext cx="3285222" cy="3258334"/>
          </a:xfrm>
          <a:prstGeom prst="flowChartDelay">
            <a:avLst/>
          </a:prstGeom>
          <a:gradFill flip="none" rotWithShape="1">
            <a:gsLst>
              <a:gs pos="0">
                <a:srgbClr val="FA7F25"/>
              </a:gs>
              <a:gs pos="100000">
                <a:srgbClr val="FDBE13"/>
              </a:gs>
            </a:gsLst>
            <a:lin ang="0" scaled="1"/>
            <a:tileRect/>
          </a:gradFill>
        </p:spPr>
        <p:txBody>
          <a:bodyPr lIns="288000" tIns="900000" rIns="288000" bIns="900000" anchor="ctr" anchorCtr="0">
            <a:normAutofit/>
          </a:bodyPr>
          <a:lstStyle>
            <a:lvl1pPr marL="0" indent="0" algn="l">
              <a:lnSpc>
                <a:spcPct val="100000"/>
              </a:lnSpc>
              <a:spcBef>
                <a:spcPts val="0"/>
              </a:spcBef>
              <a:buClrTx/>
              <a:buFont typeface="Arial" panose="020B0604020202020204" pitchFamily="34" charset="0"/>
              <a:buChar char="​"/>
              <a:defRPr sz="9600">
                <a:solidFill>
                  <a:schemeClr val="bg1"/>
                </a:solidFill>
              </a:defRPr>
            </a:lvl1pPr>
            <a:lvl2pPr marL="0" indent="0" algn="ctr">
              <a:lnSpc>
                <a:spcPct val="110000"/>
              </a:lnSpc>
              <a:spcBef>
                <a:spcPts val="0"/>
              </a:spcBef>
              <a:buClrTx/>
              <a:buFont typeface="Arial" panose="020B0604020202020204" pitchFamily="34" charset="0"/>
              <a:buChar char="​"/>
              <a:defRPr sz="2400">
                <a:solidFill>
                  <a:schemeClr val="bg1"/>
                </a:solidFill>
              </a:defRPr>
            </a:lvl2pPr>
            <a:lvl3pPr marL="0" indent="0" algn="ctr">
              <a:lnSpc>
                <a:spcPct val="110000"/>
              </a:lnSpc>
              <a:spcBef>
                <a:spcPts val="0"/>
              </a:spcBef>
              <a:buClrTx/>
              <a:buFont typeface="Arial" panose="020B0604020202020204" pitchFamily="34" charset="0"/>
              <a:buChar char="​"/>
              <a:defRPr sz="2400">
                <a:solidFill>
                  <a:schemeClr val="bg1"/>
                </a:solidFill>
              </a:defRPr>
            </a:lvl3pPr>
            <a:lvl4pPr marL="0" indent="0" algn="ctr">
              <a:lnSpc>
                <a:spcPct val="110000"/>
              </a:lnSpc>
              <a:spcBef>
                <a:spcPts val="0"/>
              </a:spcBef>
              <a:buClrTx/>
              <a:buFont typeface="Arial" panose="020B0604020202020204" pitchFamily="34" charset="0"/>
              <a:buChar char="​"/>
              <a:defRPr sz="2400">
                <a:solidFill>
                  <a:schemeClr val="bg1"/>
                </a:solidFill>
              </a:defRPr>
            </a:lvl4pPr>
            <a:lvl5pPr marL="0" indent="0" algn="ctr">
              <a:lnSpc>
                <a:spcPct val="110000"/>
              </a:lnSpc>
              <a:spcBef>
                <a:spcPts val="0"/>
              </a:spcBef>
              <a:buClrTx/>
              <a:buFont typeface="Arial" panose="020B0604020202020204" pitchFamily="34" charset="0"/>
              <a:buChar char="​"/>
              <a:defRPr sz="2400">
                <a:solidFill>
                  <a:schemeClr val="bg1"/>
                </a:solidFill>
              </a:defRPr>
            </a:lvl5pPr>
            <a:lvl6pPr marL="0" indent="0" algn="ctr">
              <a:lnSpc>
                <a:spcPct val="110000"/>
              </a:lnSpc>
              <a:spcBef>
                <a:spcPts val="0"/>
              </a:spcBef>
              <a:buClrTx/>
              <a:buFont typeface="Arial" panose="020B0604020202020204" pitchFamily="34" charset="0"/>
              <a:buChar char="​"/>
              <a:defRPr sz="2400">
                <a:solidFill>
                  <a:schemeClr val="bg1"/>
                </a:solidFill>
              </a:defRPr>
            </a:lvl6pPr>
            <a:lvl7pPr marL="0" indent="0" algn="ctr">
              <a:lnSpc>
                <a:spcPct val="110000"/>
              </a:lnSpc>
              <a:spcBef>
                <a:spcPts val="0"/>
              </a:spcBef>
              <a:buClrTx/>
              <a:buFont typeface="Arial" panose="020B0604020202020204" pitchFamily="34" charset="0"/>
              <a:buChar char="​"/>
              <a:defRPr sz="2400">
                <a:solidFill>
                  <a:schemeClr val="bg1"/>
                </a:solidFill>
              </a:defRPr>
            </a:lvl7pPr>
            <a:lvl8pPr marL="0" indent="0" algn="ctr">
              <a:lnSpc>
                <a:spcPct val="110000"/>
              </a:lnSpc>
              <a:spcBef>
                <a:spcPts val="0"/>
              </a:spcBef>
              <a:buClrTx/>
              <a:buFont typeface="Arial" panose="020B0604020202020204" pitchFamily="34" charset="0"/>
              <a:buChar char="​"/>
              <a:defRPr sz="2400">
                <a:solidFill>
                  <a:schemeClr val="bg1"/>
                </a:solidFill>
              </a:defRPr>
            </a:lvl8pPr>
            <a:lvl9pPr marL="0" indent="0" algn="ctr">
              <a:lnSpc>
                <a:spcPct val="110000"/>
              </a:lnSpc>
              <a:spcBef>
                <a:spcPts val="0"/>
              </a:spcBef>
              <a:buClrTx/>
              <a:buFont typeface="Arial" panose="020B0604020202020204" pitchFamily="34" charset="0"/>
              <a:buChar char="​"/>
              <a:defRPr sz="2400">
                <a:solidFill>
                  <a:schemeClr val="bg1"/>
                </a:solidFill>
              </a:defRPr>
            </a:lvl9pPr>
          </a:lstStyle>
          <a:p>
            <a:pPr lvl="0"/>
            <a:r>
              <a:rPr lang="en-GB" dirty="0"/>
              <a:t>XX</a:t>
            </a:r>
          </a:p>
        </p:txBody>
      </p:sp>
      <p:sp>
        <p:nvSpPr>
          <p:cNvPr id="4" name="Date_DateCustomA"/>
          <p:cNvSpPr>
            <a:spLocks noGrp="1"/>
          </p:cNvSpPr>
          <p:nvPr>
            <p:ph type="dt" sz="half" idx="10"/>
          </p:nvPr>
        </p:nvSpPr>
        <p:spPr/>
        <p:txBody>
          <a:bodyPr/>
          <a:lstStyle/>
          <a:p>
            <a:endParaRPr lang="en-GB" noProof="0" dirty="0"/>
          </a:p>
        </p:txBody>
      </p:sp>
      <p:sp>
        <p:nvSpPr>
          <p:cNvPr id="5" name="FLD_PresentationTitle"/>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a:t>
            </a:fld>
            <a:endParaRPr lang="en-GB" noProof="0" dirty="0"/>
          </a:p>
        </p:txBody>
      </p:sp>
    </p:spTree>
    <p:extLst>
      <p:ext uri="{BB962C8B-B14F-4D97-AF65-F5344CB8AC3E}">
        <p14:creationId xmlns:p14="http://schemas.microsoft.com/office/powerpoint/2010/main" val="3141389003"/>
      </p:ext>
    </p:extLst>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Image and graphical element">
    <p:spTree>
      <p:nvGrpSpPr>
        <p:cNvPr id="1" name=""/>
        <p:cNvGrpSpPr/>
        <p:nvPr/>
      </p:nvGrpSpPr>
      <p:grpSpPr>
        <a:xfrm>
          <a:off x="0" y="0"/>
          <a:ext cx="0" cy="0"/>
          <a:chOff x="0" y="0"/>
          <a:chExt cx="0" cy="0"/>
        </a:xfrm>
      </p:grpSpPr>
      <p:sp>
        <p:nvSpPr>
          <p:cNvPr id="7" name="Picture Placeholder 1"/>
          <p:cNvSpPr>
            <a:spLocks noGrp="1"/>
          </p:cNvSpPr>
          <p:nvPr>
            <p:ph type="pic" sz="quarter" idx="13" hasCustomPrompt="1"/>
          </p:nvPr>
        </p:nvSpPr>
        <p:spPr>
          <a:xfrm>
            <a:off x="179388" y="179388"/>
            <a:ext cx="11829600" cy="5759450"/>
          </a:xfrm>
        </p:spPr>
        <p:txBody>
          <a:bodyPr tIns="648000" anchor="ctr" anchorCtr="0"/>
          <a:lstStyle>
            <a:lvl1pPr marL="0" indent="0" algn="ctr">
              <a:buNone/>
              <a:defRPr sz="1600"/>
            </a:lvl1pPr>
          </a:lstStyle>
          <a:p>
            <a:r>
              <a:rPr lang="en-GB" noProof="0" dirty="0"/>
              <a:t>Click icon to add image</a:t>
            </a:r>
          </a:p>
        </p:txBody>
      </p:sp>
      <p:sp>
        <p:nvSpPr>
          <p:cNvPr id="2" name="Title 1"/>
          <p:cNvSpPr>
            <a:spLocks noGrp="1" noChangeAspect="1"/>
          </p:cNvSpPr>
          <p:nvPr>
            <p:ph type="title" hasCustomPrompt="1"/>
          </p:nvPr>
        </p:nvSpPr>
        <p:spPr>
          <a:xfrm>
            <a:off x="8128000" y="898523"/>
            <a:ext cx="3005574" cy="3006000"/>
          </a:xfrm>
          <a:prstGeom prst="ellipse">
            <a:avLst/>
          </a:prstGeom>
          <a:solidFill>
            <a:schemeClr val="accent1"/>
          </a:solidFill>
        </p:spPr>
        <p:txBody>
          <a:bodyPr lIns="108000" tIns="108000" rIns="108000" bIns="108000" anchor="ctr" anchorCtr="0"/>
          <a:lstStyle>
            <a:lvl1pPr algn="ctr">
              <a:lnSpc>
                <a:spcPct val="115000"/>
              </a:lnSpc>
              <a:defRPr sz="2000">
                <a:solidFill>
                  <a:schemeClr val="bg1"/>
                </a:solidFill>
              </a:defRPr>
            </a:lvl1pPr>
          </a:lstStyle>
          <a:p>
            <a:r>
              <a:rPr lang="en-GB" noProof="0" dirty="0"/>
              <a:t>Click to add text, place the circle to fit the image</a:t>
            </a:r>
          </a:p>
        </p:txBody>
      </p:sp>
      <p:sp>
        <p:nvSpPr>
          <p:cNvPr id="3" name="Date_DateCustomA"/>
          <p:cNvSpPr>
            <a:spLocks noGrp="1"/>
          </p:cNvSpPr>
          <p:nvPr>
            <p:ph type="dt" sz="half" idx="10"/>
          </p:nvPr>
        </p:nvSpPr>
        <p:spPr/>
        <p:txBody>
          <a:bodyPr/>
          <a:lstStyle/>
          <a:p>
            <a:endParaRPr lang="en-GB" noProof="0" dirty="0"/>
          </a:p>
        </p:txBody>
      </p:sp>
      <p:sp>
        <p:nvSpPr>
          <p:cNvPr id="4" name="FLD_PresentationTitle"/>
          <p:cNvSpPr>
            <a:spLocks noGrp="1"/>
          </p:cNvSpPr>
          <p:nvPr>
            <p:ph type="ftr" sz="quarter" idx="11"/>
          </p:nvPr>
        </p:nvSpPr>
        <p:spPr/>
        <p:txBody>
          <a:bodyPr/>
          <a:lstStyle/>
          <a:p>
            <a:endParaRPr lang="en-GB" noProof="0" dirty="0"/>
          </a:p>
        </p:txBody>
      </p:sp>
      <p:sp>
        <p:nvSpPr>
          <p:cNvPr id="5" name="Slide Number Placeholder 4"/>
          <p:cNvSpPr>
            <a:spLocks noGrp="1"/>
          </p:cNvSpPr>
          <p:nvPr>
            <p:ph type="sldNum" sz="quarter" idx="12"/>
          </p:nvPr>
        </p:nvSpPr>
        <p:spPr/>
        <p:txBody>
          <a:bodyPr/>
          <a:lstStyle/>
          <a:p>
            <a:fld id="{24C8C45C-947F-4981-8B3F-4F32E973C901}" type="slidenum">
              <a:rPr lang="en-GB" noProof="0" smtClean="0"/>
              <a:pPr/>
              <a:t>‹#›</a:t>
            </a:fld>
            <a:endParaRPr lang="en-GB" noProof="0" dirty="0"/>
          </a:p>
        </p:txBody>
      </p:sp>
    </p:spTree>
    <p:extLst>
      <p:ext uri="{BB962C8B-B14F-4D97-AF65-F5344CB8AC3E}">
        <p14:creationId xmlns:p14="http://schemas.microsoft.com/office/powerpoint/2010/main" val="29987427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End slide text">
    <p:spTree>
      <p:nvGrpSpPr>
        <p:cNvPr id="1" name=""/>
        <p:cNvGrpSpPr/>
        <p:nvPr/>
      </p:nvGrpSpPr>
      <p:grpSpPr>
        <a:xfrm>
          <a:off x="0" y="0"/>
          <a:ext cx="0" cy="0"/>
          <a:chOff x="0" y="0"/>
          <a:chExt cx="0" cy="0"/>
        </a:xfrm>
      </p:grpSpPr>
      <p:sp>
        <p:nvSpPr>
          <p:cNvPr id="10" name="Background"/>
          <p:cNvSpPr/>
          <p:nvPr userDrawn="1"/>
        </p:nvSpPr>
        <p:spPr>
          <a:xfrm>
            <a:off x="179388" y="179388"/>
            <a:ext cx="11829600" cy="6497637"/>
          </a:xfrm>
          <a:prstGeom prst="rect">
            <a:avLst/>
          </a:prstGeom>
          <a:solidFill>
            <a:srgbClr val="FAEF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noProof="0" dirty="0" err="1"/>
          </a:p>
        </p:txBody>
      </p:sp>
      <p:sp>
        <p:nvSpPr>
          <p:cNvPr id="7" name="Title 1"/>
          <p:cNvSpPr>
            <a:spLocks noGrp="1"/>
          </p:cNvSpPr>
          <p:nvPr>
            <p:ph type="title" hasCustomPrompt="1"/>
          </p:nvPr>
        </p:nvSpPr>
        <p:spPr>
          <a:xfrm>
            <a:off x="785812" y="1835150"/>
            <a:ext cx="10620375" cy="3186112"/>
          </a:xfrm>
        </p:spPr>
        <p:txBody>
          <a:bodyPr anchor="ctr" anchorCtr="0"/>
          <a:lstStyle>
            <a:lvl1pPr algn="ctr">
              <a:lnSpc>
                <a:spcPct val="83000"/>
              </a:lnSpc>
              <a:defRPr sz="6400" baseline="0"/>
            </a:lvl1pPr>
          </a:lstStyle>
          <a:p>
            <a:r>
              <a:rPr lang="en-GB" dirty="0"/>
              <a:t>Click to add heading</a:t>
            </a:r>
          </a:p>
        </p:txBody>
      </p:sp>
      <p:sp>
        <p:nvSpPr>
          <p:cNvPr id="4" name="Date_DateCustomA"/>
          <p:cNvSpPr>
            <a:spLocks noGrp="1"/>
          </p:cNvSpPr>
          <p:nvPr>
            <p:ph type="dt" sz="half" idx="10"/>
          </p:nvPr>
        </p:nvSpPr>
        <p:spPr>
          <a:xfrm>
            <a:off x="0" y="6912000"/>
            <a:ext cx="0" cy="0"/>
          </a:xfrm>
        </p:spPr>
        <p:txBody>
          <a:bodyPr/>
          <a:lstStyle>
            <a:lvl1pPr>
              <a:defRPr sz="100">
                <a:solidFill>
                  <a:schemeClr val="bg1"/>
                </a:solidFill>
              </a:defRPr>
            </a:lvl1pPr>
          </a:lstStyle>
          <a:p>
            <a:endParaRPr lang="en-GB" dirty="0"/>
          </a:p>
        </p:txBody>
      </p:sp>
      <p:sp>
        <p:nvSpPr>
          <p:cNvPr id="5" name="FLD_PresentationTitle"/>
          <p:cNvSpPr>
            <a:spLocks noGrp="1"/>
          </p:cNvSpPr>
          <p:nvPr>
            <p:ph type="ftr" sz="quarter" idx="11"/>
          </p:nvPr>
        </p:nvSpPr>
        <p:spPr>
          <a:xfrm>
            <a:off x="0" y="6912000"/>
            <a:ext cx="0" cy="0"/>
          </a:xfrm>
        </p:spPr>
        <p:txBody>
          <a:bodyPr/>
          <a:lstStyle>
            <a:lvl1pPr>
              <a:defRPr sz="100">
                <a:solidFill>
                  <a:schemeClr val="bg1"/>
                </a:solidFill>
              </a:defRPr>
            </a:lvl1pPr>
          </a:lstStyle>
          <a:p>
            <a:endParaRPr lang="en-GB" dirty="0"/>
          </a:p>
        </p:txBody>
      </p:sp>
      <p:sp>
        <p:nvSpPr>
          <p:cNvPr id="6" name="Slide Number Placeholder 5"/>
          <p:cNvSpPr>
            <a:spLocks noGrp="1"/>
          </p:cNvSpPr>
          <p:nvPr>
            <p:ph type="sldNum" sz="quarter" idx="12"/>
          </p:nvPr>
        </p:nvSpPr>
        <p:spPr>
          <a:xfrm>
            <a:off x="0" y="6912000"/>
            <a:ext cx="0" cy="0"/>
          </a:xfrm>
        </p:spPr>
        <p:txBody>
          <a:bodyPr/>
          <a:lstStyle>
            <a:lvl1pPr>
              <a:defRPr sz="100">
                <a:solidFill>
                  <a:schemeClr val="bg1"/>
                </a:solidFill>
              </a:defRPr>
            </a:lvl1pPr>
          </a:lstStyle>
          <a:p>
            <a:fld id="{24C8C45C-947F-4981-8B3F-4F32E973C901}" type="slidenum">
              <a:rPr lang="en-GB" smtClean="0"/>
              <a:pPr/>
              <a:t>‹#›</a:t>
            </a:fld>
            <a:endParaRPr lang="en-GB" dirty="0"/>
          </a:p>
        </p:txBody>
      </p:sp>
    </p:spTree>
    <p:extLst>
      <p:ext uri="{BB962C8B-B14F-4D97-AF65-F5344CB8AC3E}">
        <p14:creationId xmlns:p14="http://schemas.microsoft.com/office/powerpoint/2010/main" val="20907223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End slide with image &amp; logotype">
    <p:spTree>
      <p:nvGrpSpPr>
        <p:cNvPr id="1" name=""/>
        <p:cNvGrpSpPr/>
        <p:nvPr/>
      </p:nvGrpSpPr>
      <p:grpSpPr>
        <a:xfrm>
          <a:off x="0" y="0"/>
          <a:ext cx="0" cy="0"/>
          <a:chOff x="0" y="0"/>
          <a:chExt cx="0" cy="0"/>
        </a:xfrm>
      </p:grpSpPr>
      <p:sp>
        <p:nvSpPr>
          <p:cNvPr id="4" name="Date_DateCustomA"/>
          <p:cNvSpPr>
            <a:spLocks noGrp="1"/>
          </p:cNvSpPr>
          <p:nvPr>
            <p:ph type="dt" sz="half" idx="10"/>
          </p:nvPr>
        </p:nvSpPr>
        <p:spPr>
          <a:xfrm>
            <a:off x="0" y="6912000"/>
            <a:ext cx="0" cy="0"/>
          </a:xfrm>
        </p:spPr>
        <p:txBody>
          <a:bodyPr/>
          <a:lstStyle>
            <a:lvl1pPr>
              <a:defRPr sz="100">
                <a:solidFill>
                  <a:schemeClr val="bg1"/>
                </a:solidFill>
              </a:defRPr>
            </a:lvl1pPr>
          </a:lstStyle>
          <a:p>
            <a:endParaRPr lang="en-GB" dirty="0"/>
          </a:p>
        </p:txBody>
      </p:sp>
      <p:sp>
        <p:nvSpPr>
          <p:cNvPr id="5" name="FLD_PresentationTitle"/>
          <p:cNvSpPr>
            <a:spLocks noGrp="1"/>
          </p:cNvSpPr>
          <p:nvPr>
            <p:ph type="ftr" sz="quarter" idx="11"/>
          </p:nvPr>
        </p:nvSpPr>
        <p:spPr>
          <a:xfrm>
            <a:off x="0" y="6912000"/>
            <a:ext cx="0" cy="0"/>
          </a:xfrm>
        </p:spPr>
        <p:txBody>
          <a:bodyPr/>
          <a:lstStyle>
            <a:lvl1pPr>
              <a:defRPr sz="100">
                <a:solidFill>
                  <a:schemeClr val="bg1"/>
                </a:solidFill>
              </a:defRPr>
            </a:lvl1pPr>
          </a:lstStyle>
          <a:p>
            <a:endParaRPr lang="en-GB" dirty="0"/>
          </a:p>
        </p:txBody>
      </p:sp>
      <p:sp>
        <p:nvSpPr>
          <p:cNvPr id="6" name="Slide Number Placeholder 5"/>
          <p:cNvSpPr>
            <a:spLocks noGrp="1"/>
          </p:cNvSpPr>
          <p:nvPr>
            <p:ph type="sldNum" sz="quarter" idx="12"/>
          </p:nvPr>
        </p:nvSpPr>
        <p:spPr>
          <a:xfrm>
            <a:off x="0" y="6912000"/>
            <a:ext cx="0" cy="0"/>
          </a:xfrm>
        </p:spPr>
        <p:txBody>
          <a:bodyPr/>
          <a:lstStyle>
            <a:lvl1pPr>
              <a:defRPr sz="100">
                <a:solidFill>
                  <a:schemeClr val="bg1"/>
                </a:solidFill>
              </a:defRPr>
            </a:lvl1pPr>
          </a:lstStyle>
          <a:p>
            <a:fld id="{24C8C45C-947F-4981-8B3F-4F32E973C901}" type="slidenum">
              <a:rPr lang="en-GB" smtClean="0"/>
              <a:pPr/>
              <a:t>‹#›</a:t>
            </a:fld>
            <a:endParaRPr lang="en-GB" dirty="0"/>
          </a:p>
        </p:txBody>
      </p:sp>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b="-14"/>
          <a:stretch/>
        </p:blipFill>
        <p:spPr>
          <a:xfrm>
            <a:off x="179832" y="179833"/>
            <a:ext cx="11829600" cy="6497729"/>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829243" y="2730464"/>
            <a:ext cx="6534000" cy="1397135"/>
          </a:xfrm>
          <a:prstGeom prst="rect">
            <a:avLst/>
          </a:prstGeom>
        </p:spPr>
      </p:pic>
    </p:spTree>
    <p:extLst>
      <p:ext uri="{BB962C8B-B14F-4D97-AF65-F5344CB8AC3E}">
        <p14:creationId xmlns:p14="http://schemas.microsoft.com/office/powerpoint/2010/main" val="376674908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User guide">
    <p:spTree>
      <p:nvGrpSpPr>
        <p:cNvPr id="1" name=""/>
        <p:cNvGrpSpPr/>
        <p:nvPr/>
      </p:nvGrpSpPr>
      <p:grpSpPr>
        <a:xfrm>
          <a:off x="0" y="0"/>
          <a:ext cx="0" cy="0"/>
          <a:chOff x="0" y="0"/>
          <a:chExt cx="0" cy="0"/>
        </a:xfrm>
      </p:grpSpPr>
      <p:pic>
        <p:nvPicPr>
          <p:cNvPr id="19" name="4 Reset"/>
          <p:cNvPicPr>
            <a:picLocks noChangeAspect="1"/>
          </p:cNvPicPr>
          <p:nvPr userDrawn="1"/>
        </p:nvPicPr>
        <p:blipFill>
          <a:blip r:embed="rId2"/>
          <a:stretch>
            <a:fillRect/>
          </a:stretch>
        </p:blipFill>
        <p:spPr>
          <a:xfrm>
            <a:off x="5851776" y="4664639"/>
            <a:ext cx="492452" cy="200416"/>
          </a:xfrm>
          <a:prstGeom prst="rect">
            <a:avLst/>
          </a:prstGeom>
        </p:spPr>
      </p:pic>
      <p:sp>
        <p:nvSpPr>
          <p:cNvPr id="9" name="Header"/>
          <p:cNvSpPr txBox="1"/>
          <p:nvPr userDrawn="1"/>
        </p:nvSpPr>
        <p:spPr>
          <a:xfrm>
            <a:off x="784225" y="572607"/>
            <a:ext cx="10864848" cy="650171"/>
          </a:xfrm>
          <a:prstGeom prst="rect">
            <a:avLst/>
          </a:prstGeom>
          <a:noFill/>
        </p:spPr>
        <p:txBody>
          <a:bodyPr wrap="square" lIns="0" tIns="0" rIns="0" bIns="0" rtlCol="0" anchor="t" anchorCtr="0">
            <a:noAutofit/>
          </a:bodyPr>
          <a:lstStyle/>
          <a:p>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mj-ea"/>
                <a:cs typeface="Arial" panose="020B0604020202020204" pitchFamily="34" charset="0"/>
              </a:rPr>
              <a:t>User guide – delete before use</a:t>
            </a:r>
            <a:endParaRPr lang="en-GB" sz="2800" dirty="0"/>
          </a:p>
        </p:txBody>
      </p:sp>
      <p:sp>
        <p:nvSpPr>
          <p:cNvPr id="29" name="Text Box 2"/>
          <p:cNvSpPr txBox="1">
            <a:spLocks noChangeArrowheads="1"/>
          </p:cNvSpPr>
          <p:nvPr userDrawn="1"/>
        </p:nvSpPr>
        <p:spPr bwMode="auto">
          <a:xfrm>
            <a:off x="784225" y="1814739"/>
            <a:ext cx="2258380" cy="271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300"/>
              </a:spcAft>
              <a:defRPr/>
            </a:pPr>
            <a:r>
              <a:rPr lang="en-GB" sz="1000" b="1" noProof="1">
                <a:solidFill>
                  <a:schemeClr val="tx1"/>
                </a:solidFill>
                <a:latin typeface="Arial" panose="020B0604020202020204" pitchFamily="34" charset="0"/>
                <a:cs typeface="Arial" panose="020B0604020202020204" pitchFamily="34" charset="0"/>
              </a:rPr>
              <a:t>Use text</a:t>
            </a:r>
            <a:r>
              <a:rPr lang="en-GB" sz="1000" b="1" baseline="0" noProof="1">
                <a:solidFill>
                  <a:schemeClr val="tx1"/>
                </a:solidFill>
                <a:latin typeface="Arial" panose="020B0604020202020204" pitchFamily="34" charset="0"/>
                <a:cs typeface="Arial" panose="020B0604020202020204" pitchFamily="34" charset="0"/>
              </a:rPr>
              <a:t> styles</a:t>
            </a:r>
            <a:endParaRPr lang="en-GB" sz="1000" b="1"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r>
              <a:rPr lang="en-GB" altLang="da-DK" sz="900" b="0" noProof="1">
                <a:solidFill>
                  <a:schemeClr val="tx1"/>
                </a:solidFill>
                <a:latin typeface="Arial" panose="020B0604020202020204" pitchFamily="34" charset="0"/>
                <a:cs typeface="Arial" panose="020B0604020202020204" pitchFamily="34" charset="0"/>
              </a:rPr>
              <a:t>Use the </a:t>
            </a:r>
            <a:r>
              <a:rPr lang="en-GB" altLang="da-DK" sz="900" b="1" noProof="1">
                <a:solidFill>
                  <a:schemeClr val="tx1"/>
                </a:solidFill>
                <a:latin typeface="Arial" panose="020B0604020202020204" pitchFamily="34" charset="0"/>
                <a:cs typeface="Arial" panose="020B0604020202020204" pitchFamily="34" charset="0"/>
              </a:rPr>
              <a:t>TAB</a:t>
            </a:r>
            <a:r>
              <a:rPr lang="en-GB" altLang="da-DK" sz="900" b="0" noProof="1">
                <a:solidFill>
                  <a:schemeClr val="tx1"/>
                </a:solidFill>
                <a:latin typeface="Arial" panose="020B0604020202020204" pitchFamily="34" charset="0"/>
                <a:cs typeface="Arial" panose="020B0604020202020204" pitchFamily="34" charset="0"/>
              </a:rPr>
              <a:t>-key</a:t>
            </a:r>
            <a:r>
              <a:rPr lang="en-GB" altLang="da-DK" sz="900" b="0" baseline="0" noProof="1">
                <a:solidFill>
                  <a:schemeClr val="tx1"/>
                </a:solidFill>
                <a:latin typeface="Arial" panose="020B0604020202020204" pitchFamily="34" charset="0"/>
                <a:cs typeface="Arial" panose="020B0604020202020204" pitchFamily="34" charset="0"/>
              </a:rPr>
              <a:t> to jump through </a:t>
            </a:r>
            <a:br>
              <a:rPr lang="en-GB" altLang="da-DK" sz="900" b="0" baseline="0" noProof="1">
                <a:solidFill>
                  <a:schemeClr val="tx1"/>
                </a:solidFill>
                <a:latin typeface="Arial" panose="020B0604020202020204" pitchFamily="34" charset="0"/>
                <a:cs typeface="Arial" panose="020B0604020202020204" pitchFamily="34" charset="0"/>
              </a:rPr>
            </a:br>
            <a:r>
              <a:rPr lang="en-GB" altLang="da-DK" sz="900" b="0" baseline="0" noProof="1">
                <a:solidFill>
                  <a:schemeClr val="tx1"/>
                </a:solidFill>
                <a:latin typeface="Arial" panose="020B0604020202020204" pitchFamily="34" charset="0"/>
                <a:cs typeface="Arial" panose="020B0604020202020204" pitchFamily="34" charset="0"/>
              </a:rPr>
              <a:t>levels. Click </a:t>
            </a:r>
            <a:r>
              <a:rPr lang="en-GB" altLang="da-DK" sz="900" b="1" baseline="0" noProof="1">
                <a:solidFill>
                  <a:schemeClr val="tx1"/>
                </a:solidFill>
                <a:latin typeface="Arial" panose="020B0604020202020204" pitchFamily="34" charset="0"/>
                <a:cs typeface="Arial" panose="020B0604020202020204" pitchFamily="34" charset="0"/>
              </a:rPr>
              <a:t>ENTER</a:t>
            </a:r>
            <a:r>
              <a:rPr lang="en-GB" altLang="da-DK" sz="900" b="0" baseline="0" noProof="1">
                <a:solidFill>
                  <a:schemeClr val="tx1"/>
                </a:solidFill>
                <a:latin typeface="Arial" panose="020B0604020202020204" pitchFamily="34" charset="0"/>
                <a:cs typeface="Arial" panose="020B0604020202020204" pitchFamily="34" charset="0"/>
              </a:rPr>
              <a:t>, then </a:t>
            </a:r>
            <a:r>
              <a:rPr lang="en-GB" altLang="da-DK" sz="900" b="1" baseline="0" noProof="1">
                <a:solidFill>
                  <a:schemeClr val="tx1"/>
                </a:solidFill>
                <a:latin typeface="Arial" panose="020B0604020202020204" pitchFamily="34" charset="0"/>
                <a:cs typeface="Arial" panose="020B0604020202020204" pitchFamily="34" charset="0"/>
              </a:rPr>
              <a:t>TAB</a:t>
            </a:r>
            <a:r>
              <a:rPr lang="en-GB" altLang="da-DK" sz="900" b="0" baseline="0" noProof="1">
                <a:solidFill>
                  <a:schemeClr val="tx1"/>
                </a:solidFill>
                <a:latin typeface="Arial" panose="020B0604020202020204" pitchFamily="34" charset="0"/>
                <a:cs typeface="Arial" panose="020B0604020202020204" pitchFamily="34" charset="0"/>
              </a:rPr>
              <a:t> to </a:t>
            </a:r>
            <a:br>
              <a:rPr lang="en-GB" altLang="da-DK" sz="900" b="0" baseline="0" noProof="1">
                <a:solidFill>
                  <a:schemeClr val="tx1"/>
                </a:solidFill>
                <a:latin typeface="Arial" panose="020B0604020202020204" pitchFamily="34" charset="0"/>
                <a:cs typeface="Arial" panose="020B0604020202020204" pitchFamily="34" charset="0"/>
              </a:rPr>
            </a:br>
            <a:r>
              <a:rPr lang="en-GB" altLang="da-DK" sz="900" b="0" baseline="0" noProof="1">
                <a:solidFill>
                  <a:schemeClr val="tx1"/>
                </a:solidFill>
                <a:latin typeface="Arial" panose="020B0604020202020204" pitchFamily="34" charset="0"/>
                <a:cs typeface="Arial" panose="020B0604020202020204" pitchFamily="34" charset="0"/>
              </a:rPr>
              <a:t>switch from one level to the next level</a:t>
            </a:r>
          </a:p>
          <a:p>
            <a:pPr eaLnBrk="1" hangingPunct="1">
              <a:spcAft>
                <a:spcPts val="1200"/>
              </a:spcAft>
              <a:defRPr/>
            </a:pPr>
            <a:r>
              <a:rPr lang="en-GB" altLang="da-DK" sz="900" b="0" baseline="0" noProof="1">
                <a:solidFill>
                  <a:schemeClr val="tx1"/>
                </a:solidFill>
                <a:latin typeface="Arial" panose="020B0604020202020204" pitchFamily="34" charset="0"/>
                <a:cs typeface="Arial" panose="020B0604020202020204" pitchFamily="34" charset="0"/>
              </a:rPr>
              <a:t>To go back in levels use </a:t>
            </a:r>
            <a:r>
              <a:rPr lang="en-GB" altLang="da-DK" sz="900" b="1" baseline="0" noProof="1">
                <a:solidFill>
                  <a:schemeClr val="tx1"/>
                </a:solidFill>
                <a:latin typeface="Arial" panose="020B0604020202020204" pitchFamily="34" charset="0"/>
                <a:cs typeface="Arial" panose="020B0604020202020204" pitchFamily="34" charset="0"/>
              </a:rPr>
              <a:t>SHIFT-TAB</a:t>
            </a:r>
            <a:endParaRPr lang="en-GB" sz="900" b="1"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r>
              <a:rPr lang="en-GB" sz="900" noProof="1">
                <a:solidFill>
                  <a:schemeClr val="tx1"/>
                </a:solidFill>
                <a:latin typeface="Arial" panose="020B0604020202020204" pitchFamily="34" charset="0"/>
                <a:cs typeface="Arial" panose="020B0604020202020204" pitchFamily="34" charset="0"/>
              </a:rPr>
              <a:t>Alternatively, </a:t>
            </a:r>
            <a:r>
              <a:rPr lang="en-GB" sz="900" b="1" noProof="1">
                <a:solidFill>
                  <a:schemeClr val="tx1"/>
                </a:solidFill>
                <a:latin typeface="Arial" panose="020B0604020202020204" pitchFamily="34" charset="0"/>
                <a:cs typeface="Arial" panose="020B0604020202020204" pitchFamily="34" charset="0"/>
              </a:rPr>
              <a:t>Increase</a:t>
            </a:r>
            <a:r>
              <a:rPr lang="en-GB" sz="900" baseline="0" noProof="1">
                <a:solidFill>
                  <a:schemeClr val="tx1"/>
                </a:solidFill>
                <a:latin typeface="Arial" panose="020B0604020202020204" pitchFamily="34" charset="0"/>
                <a:cs typeface="Arial" panose="020B0604020202020204" pitchFamily="34" charset="0"/>
              </a:rPr>
              <a:t> and</a:t>
            </a:r>
            <a:br>
              <a:rPr lang="en-GB" sz="900" baseline="0" noProof="1">
                <a:solidFill>
                  <a:schemeClr val="tx1"/>
                </a:solidFill>
                <a:latin typeface="Arial" panose="020B0604020202020204" pitchFamily="34" charset="0"/>
                <a:cs typeface="Arial" panose="020B0604020202020204" pitchFamily="34" charset="0"/>
              </a:rPr>
            </a:br>
            <a:r>
              <a:rPr lang="en-GB" sz="900" b="1" baseline="0" noProof="1">
                <a:solidFill>
                  <a:schemeClr val="tx1"/>
                </a:solidFill>
                <a:latin typeface="Arial" panose="020B0604020202020204" pitchFamily="34" charset="0"/>
                <a:cs typeface="Arial" panose="020B0604020202020204" pitchFamily="34" charset="0"/>
              </a:rPr>
              <a:t>Decrease </a:t>
            </a:r>
            <a:r>
              <a:rPr lang="en-GB" sz="900" baseline="0" noProof="1">
                <a:solidFill>
                  <a:schemeClr val="tx1"/>
                </a:solidFill>
                <a:latin typeface="Arial" panose="020B0604020202020204" pitchFamily="34" charset="0"/>
                <a:cs typeface="Arial" panose="020B0604020202020204" pitchFamily="34" charset="0"/>
              </a:rPr>
              <a:t>list level can be used</a:t>
            </a:r>
          </a:p>
          <a:p>
            <a:pPr eaLnBrk="1" hangingPunct="1">
              <a:spcBef>
                <a:spcPts val="1000"/>
              </a:spcBef>
              <a:spcAft>
                <a:spcPts val="300"/>
              </a:spcAft>
              <a:defRPr/>
            </a:pPr>
            <a:r>
              <a:rPr lang="en-GB" sz="1000" b="1" noProof="1">
                <a:solidFill>
                  <a:schemeClr val="tx1"/>
                </a:solidFill>
                <a:latin typeface="Arial" panose="020B0604020202020204" pitchFamily="34" charset="0"/>
                <a:cs typeface="Arial" panose="020B0604020202020204" pitchFamily="34" charset="0"/>
              </a:rPr>
              <a:t>Use layouts</a:t>
            </a:r>
          </a:p>
          <a:p>
            <a:pPr eaLnBrk="1" hangingPunct="1">
              <a:spcAft>
                <a:spcPts val="600"/>
              </a:spcAft>
              <a:defRPr/>
            </a:pPr>
            <a:r>
              <a:rPr lang="en-GB" altLang="da-DK" sz="900" b="1" noProof="1">
                <a:solidFill>
                  <a:schemeClr val="tx1"/>
                </a:solidFill>
                <a:latin typeface="Arial" panose="020B0604020202020204" pitchFamily="34" charset="0"/>
                <a:cs typeface="Arial" panose="020B0604020202020204" pitchFamily="34" charset="0"/>
              </a:rPr>
              <a:t>1. </a:t>
            </a:r>
            <a:r>
              <a:rPr lang="en-GB" altLang="da-DK" sz="900" noProof="1">
                <a:solidFill>
                  <a:schemeClr val="tx1"/>
                </a:solidFill>
                <a:latin typeface="Arial" panose="020B0604020202020204" pitchFamily="34" charset="0"/>
                <a:cs typeface="Arial" panose="020B0604020202020204" pitchFamily="34" charset="0"/>
              </a:rPr>
              <a:t>Click the </a:t>
            </a:r>
            <a:r>
              <a:rPr lang="en-GB" altLang="da-DK" sz="900" b="1" noProof="1">
                <a:solidFill>
                  <a:schemeClr val="tx1"/>
                </a:solidFill>
                <a:latin typeface="Arial" panose="020B0604020202020204" pitchFamily="34" charset="0"/>
                <a:cs typeface="Arial" panose="020B0604020202020204" pitchFamily="34" charset="0"/>
              </a:rPr>
              <a:t>Home tab</a:t>
            </a:r>
            <a:endParaRPr lang="en-GB" altLang="da-DK" sz="900" b="0" strike="sngStrike"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r>
              <a:rPr lang="en-GB" altLang="da-DK" sz="900" b="1" noProof="1">
                <a:solidFill>
                  <a:schemeClr val="tx1"/>
                </a:solidFill>
                <a:latin typeface="Arial" panose="020B0604020202020204" pitchFamily="34" charset="0"/>
                <a:cs typeface="Arial" panose="020B0604020202020204" pitchFamily="34" charset="0"/>
              </a:rPr>
              <a:t>2. </a:t>
            </a:r>
            <a:r>
              <a:rPr lang="en-GB" altLang="da-DK" sz="900" noProof="1">
                <a:solidFill>
                  <a:schemeClr val="tx1"/>
                </a:solidFill>
                <a:latin typeface="Arial" panose="020B0604020202020204" pitchFamily="34" charset="0"/>
                <a:cs typeface="Arial" panose="020B0604020202020204" pitchFamily="34" charset="0"/>
              </a:rPr>
              <a:t>Click the </a:t>
            </a:r>
            <a:r>
              <a:rPr lang="en-GB" altLang="da-DK" sz="900" b="1" baseline="0" noProof="1">
                <a:solidFill>
                  <a:schemeClr val="tx1"/>
                </a:solidFill>
                <a:latin typeface="Arial" panose="020B0604020202020204" pitchFamily="34" charset="0"/>
                <a:cs typeface="Arial" panose="020B0604020202020204" pitchFamily="34" charset="0"/>
              </a:rPr>
              <a:t>New Slide </a:t>
            </a:r>
            <a:r>
              <a:rPr lang="en-GB" altLang="da-DK" sz="900" noProof="1">
                <a:solidFill>
                  <a:schemeClr val="tx1"/>
                </a:solidFill>
                <a:latin typeface="Arial" panose="020B0604020202020204" pitchFamily="34" charset="0"/>
                <a:cs typeface="Arial" panose="020B0604020202020204" pitchFamily="34" charset="0"/>
              </a:rPr>
              <a:t>menu to insert new slide</a:t>
            </a:r>
          </a:p>
          <a:p>
            <a:pPr eaLnBrk="1" hangingPunct="1">
              <a:spcAft>
                <a:spcPts val="600"/>
              </a:spcAft>
              <a:defRPr/>
            </a:pPr>
            <a:r>
              <a:rPr lang="en-GB" altLang="da-DK" sz="900" b="1" noProof="1">
                <a:solidFill>
                  <a:schemeClr val="tx1"/>
                </a:solidFill>
                <a:latin typeface="Arial" panose="020B0604020202020204" pitchFamily="34" charset="0"/>
                <a:cs typeface="Arial" panose="020B0604020202020204" pitchFamily="34" charset="0"/>
              </a:rPr>
              <a:t>3. </a:t>
            </a:r>
            <a:r>
              <a:rPr lang="en-GB" altLang="da-DK" sz="900" noProof="1">
                <a:solidFill>
                  <a:schemeClr val="tx1"/>
                </a:solidFill>
                <a:latin typeface="Arial" panose="020B0604020202020204" pitchFamily="34" charset="0"/>
                <a:cs typeface="Arial" panose="020B0604020202020204" pitchFamily="34" charset="0"/>
              </a:rPr>
              <a:t>Choose </a:t>
            </a:r>
            <a:r>
              <a:rPr lang="en-GB" altLang="da-DK" sz="900" b="1" noProof="1">
                <a:solidFill>
                  <a:schemeClr val="tx1"/>
                </a:solidFill>
                <a:latin typeface="Arial" panose="020B0604020202020204" pitchFamily="34" charset="0"/>
                <a:cs typeface="Arial" panose="020B0604020202020204" pitchFamily="34" charset="0"/>
              </a:rPr>
              <a:t>Layout</a:t>
            </a:r>
            <a:r>
              <a:rPr lang="en-GB" altLang="da-DK" sz="900" baseline="0" noProof="1">
                <a:solidFill>
                  <a:schemeClr val="tx1"/>
                </a:solidFill>
                <a:latin typeface="Arial" panose="020B0604020202020204" pitchFamily="34" charset="0"/>
                <a:cs typeface="Arial" panose="020B0604020202020204" pitchFamily="34" charset="0"/>
              </a:rPr>
              <a:t> to change an appro-priate layout from the </a:t>
            </a:r>
            <a:r>
              <a:rPr lang="en-GB" altLang="da-DK" sz="900" strike="noStrike" baseline="0" noProof="1">
                <a:solidFill>
                  <a:schemeClr val="tx1"/>
                </a:solidFill>
                <a:latin typeface="Arial" panose="020B0604020202020204" pitchFamily="34" charset="0"/>
                <a:cs typeface="Arial" panose="020B0604020202020204" pitchFamily="34" charset="0"/>
              </a:rPr>
              <a:t>"</a:t>
            </a:r>
            <a:r>
              <a:rPr lang="en-GB" altLang="da-DK" sz="900" baseline="0" noProof="1">
                <a:solidFill>
                  <a:schemeClr val="tx1"/>
                </a:solidFill>
                <a:latin typeface="Arial" panose="020B0604020202020204" pitchFamily="34" charset="0"/>
                <a:cs typeface="Arial" panose="020B0604020202020204" pitchFamily="34" charset="0"/>
              </a:rPr>
              <a:t>drop down</a:t>
            </a:r>
            <a:r>
              <a:rPr lang="en-GB" altLang="da-DK" sz="900" strike="noStrike" baseline="0" noProof="1">
                <a:solidFill>
                  <a:schemeClr val="tx1"/>
                </a:solidFill>
                <a:latin typeface="Arial" panose="020B0604020202020204" pitchFamily="34" charset="0"/>
                <a:cs typeface="Arial" panose="020B0604020202020204" pitchFamily="34" charset="0"/>
              </a:rPr>
              <a:t>"</a:t>
            </a:r>
            <a:r>
              <a:rPr lang="en-GB" altLang="da-DK" sz="900" baseline="0" noProof="1">
                <a:solidFill>
                  <a:schemeClr val="tx1"/>
                </a:solidFill>
                <a:latin typeface="Arial" panose="020B0604020202020204" pitchFamily="34" charset="0"/>
                <a:cs typeface="Arial" panose="020B0604020202020204" pitchFamily="34" charset="0"/>
              </a:rPr>
              <a:t> menu </a:t>
            </a:r>
            <a:endParaRPr lang="en-GB" sz="900" b="1" noProof="1">
              <a:solidFill>
                <a:schemeClr val="tx1"/>
              </a:solidFill>
              <a:latin typeface="Arial" panose="020B0604020202020204" pitchFamily="34" charset="0"/>
              <a:cs typeface="Arial" panose="020B0604020202020204" pitchFamily="34" charset="0"/>
            </a:endParaRPr>
          </a:p>
          <a:p>
            <a:pPr eaLnBrk="1" hangingPunct="1">
              <a:spcAft>
                <a:spcPts val="240"/>
              </a:spcAft>
              <a:defRPr/>
            </a:pPr>
            <a:endParaRPr lang="en-GB" sz="900" noProof="1">
              <a:solidFill>
                <a:schemeClr val="tx1"/>
              </a:solidFill>
              <a:latin typeface="Arial" panose="020B0604020202020204" pitchFamily="34" charset="0"/>
              <a:cs typeface="Arial" panose="020B0604020202020204" pitchFamily="34" charset="0"/>
            </a:endParaRPr>
          </a:p>
        </p:txBody>
      </p:sp>
      <p:sp>
        <p:nvSpPr>
          <p:cNvPr id="21" name="Text Box 3"/>
          <p:cNvSpPr txBox="1">
            <a:spLocks noChangeArrowheads="1"/>
          </p:cNvSpPr>
          <p:nvPr userDrawn="1"/>
        </p:nvSpPr>
        <p:spPr bwMode="auto">
          <a:xfrm>
            <a:off x="3906078" y="1814739"/>
            <a:ext cx="2317133" cy="4755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300"/>
              </a:spcAft>
              <a:defRPr/>
            </a:pPr>
            <a:r>
              <a:rPr lang="en-GB" sz="1000" b="1" noProof="1">
                <a:solidFill>
                  <a:schemeClr val="tx1"/>
                </a:solidFill>
                <a:latin typeface="Arial" panose="020B0604020202020204" pitchFamily="34" charset="0"/>
                <a:cs typeface="Arial" panose="020B0604020202020204" pitchFamily="34" charset="0"/>
              </a:rPr>
              <a:t>Insert picture</a:t>
            </a:r>
          </a:p>
          <a:p>
            <a:pPr eaLnBrk="1" hangingPunct="1">
              <a:spcAft>
                <a:spcPts val="600"/>
              </a:spcAft>
              <a:defRPr/>
            </a:pPr>
            <a:r>
              <a:rPr lang="en-GB" altLang="da-DK" sz="900" b="0" noProof="1">
                <a:solidFill>
                  <a:schemeClr val="tx1"/>
                </a:solidFill>
                <a:latin typeface="Arial" panose="020B0604020202020204" pitchFamily="34" charset="0"/>
                <a:cs typeface="Arial" panose="020B0604020202020204" pitchFamily="34" charset="0"/>
              </a:rPr>
              <a:t>On slides with pictureplaceholder, </a:t>
            </a:r>
            <a:br>
              <a:rPr lang="en-GB" altLang="da-DK" sz="900" b="0" noProof="1">
                <a:solidFill>
                  <a:schemeClr val="tx1"/>
                </a:solidFill>
                <a:latin typeface="Arial" panose="020B0604020202020204" pitchFamily="34" charset="0"/>
                <a:cs typeface="Arial" panose="020B0604020202020204" pitchFamily="34" charset="0"/>
              </a:rPr>
            </a:br>
            <a:r>
              <a:rPr lang="en-GB" altLang="da-DK" sz="900" b="0" noProof="1">
                <a:solidFill>
                  <a:schemeClr val="tx1"/>
                </a:solidFill>
                <a:latin typeface="Arial" panose="020B0604020202020204" pitchFamily="34" charset="0"/>
                <a:cs typeface="Arial" panose="020B0604020202020204" pitchFamily="34" charset="0"/>
              </a:rPr>
              <a:t>click on the icon and choose </a:t>
            </a:r>
            <a:r>
              <a:rPr lang="en-GB" altLang="da-DK" sz="900" b="1" noProof="1">
                <a:solidFill>
                  <a:schemeClr val="tx1"/>
                </a:solidFill>
                <a:latin typeface="Arial" panose="020B0604020202020204" pitchFamily="34" charset="0"/>
                <a:cs typeface="Arial" panose="020B0604020202020204" pitchFamily="34" charset="0"/>
              </a:rPr>
              <a:t>Insert</a:t>
            </a:r>
          </a:p>
          <a:p>
            <a:pPr eaLnBrk="1" hangingPunct="1">
              <a:spcBef>
                <a:spcPts val="1000"/>
              </a:spcBef>
              <a:spcAft>
                <a:spcPts val="300"/>
              </a:spcAft>
              <a:defRPr/>
            </a:pPr>
            <a:r>
              <a:rPr lang="en-GB" sz="1000" b="1" noProof="1">
                <a:solidFill>
                  <a:schemeClr val="tx1"/>
                </a:solidFill>
                <a:latin typeface="Arial" panose="020B0604020202020204" pitchFamily="34" charset="0"/>
                <a:cs typeface="Arial" panose="020B0604020202020204" pitchFamily="34" charset="0"/>
              </a:rPr>
              <a:t>Change picture</a:t>
            </a:r>
          </a:p>
          <a:p>
            <a:pPr eaLnBrk="1" hangingPunct="1">
              <a:spcAft>
                <a:spcPts val="600"/>
              </a:spcAft>
              <a:defRPr/>
            </a:pPr>
            <a:r>
              <a:rPr lang="en-GB" altLang="da-DK" sz="900" b="1" noProof="1">
                <a:solidFill>
                  <a:schemeClr val="tx1"/>
                </a:solidFill>
                <a:latin typeface="Arial" panose="020B0604020202020204" pitchFamily="34" charset="0"/>
                <a:cs typeface="Arial" panose="020B0604020202020204" pitchFamily="34" charset="0"/>
              </a:rPr>
              <a:t>1. </a:t>
            </a:r>
            <a:r>
              <a:rPr lang="en-GB" altLang="da-DK" sz="900" b="0" noProof="1">
                <a:solidFill>
                  <a:schemeClr val="tx1"/>
                </a:solidFill>
                <a:latin typeface="Arial" panose="020B0604020202020204" pitchFamily="34" charset="0"/>
                <a:cs typeface="Arial" panose="020B0604020202020204" pitchFamily="34" charset="0"/>
              </a:rPr>
              <a:t>Click </a:t>
            </a:r>
            <a:r>
              <a:rPr lang="en-GB" altLang="da-DK" sz="900" b="1" noProof="1">
                <a:solidFill>
                  <a:schemeClr val="tx1"/>
                </a:solidFill>
                <a:latin typeface="Arial" panose="020B0604020202020204" pitchFamily="34" charset="0"/>
                <a:cs typeface="Arial" panose="020B0604020202020204" pitchFamily="34" charset="0"/>
              </a:rPr>
              <a:t>Crop</a:t>
            </a:r>
            <a:r>
              <a:rPr lang="en-GB" altLang="da-DK" sz="900" b="0" noProof="1">
                <a:solidFill>
                  <a:schemeClr val="tx1"/>
                </a:solidFill>
                <a:latin typeface="Arial" panose="020B0604020202020204" pitchFamily="34" charset="0"/>
                <a:cs typeface="Arial" panose="020B0604020202020204" pitchFamily="34" charset="0"/>
              </a:rPr>
              <a:t> to change size or </a:t>
            </a:r>
            <a:br>
              <a:rPr lang="en-GB" altLang="da-DK" sz="900" b="0" noProof="1">
                <a:solidFill>
                  <a:schemeClr val="tx1"/>
                </a:solidFill>
                <a:latin typeface="Arial" panose="020B0604020202020204" pitchFamily="34" charset="0"/>
                <a:cs typeface="Arial" panose="020B0604020202020204" pitchFamily="34" charset="0"/>
              </a:rPr>
            </a:br>
            <a:r>
              <a:rPr lang="en-GB" altLang="da-DK" sz="900" b="0" noProof="1">
                <a:solidFill>
                  <a:schemeClr val="tx1"/>
                </a:solidFill>
                <a:latin typeface="Arial" panose="020B0604020202020204" pitchFamily="34" charset="0"/>
                <a:cs typeface="Arial" panose="020B0604020202020204" pitchFamily="34" charset="0"/>
              </a:rPr>
              <a:t>focus of the picture</a:t>
            </a:r>
          </a:p>
          <a:p>
            <a:pPr eaLnBrk="1" hangingPunct="1">
              <a:spcAft>
                <a:spcPts val="600"/>
              </a:spcAft>
              <a:defRPr/>
            </a:pPr>
            <a:r>
              <a:rPr lang="en-GB" altLang="da-DK" sz="900" b="1" noProof="1">
                <a:solidFill>
                  <a:schemeClr val="tx1"/>
                </a:solidFill>
                <a:latin typeface="Arial" panose="020B0604020202020204" pitchFamily="34" charset="0"/>
                <a:cs typeface="Arial" panose="020B0604020202020204" pitchFamily="34" charset="0"/>
              </a:rPr>
              <a:t>2. </a:t>
            </a:r>
            <a:r>
              <a:rPr lang="en-GB" altLang="da-DK" sz="900" b="0" noProof="1">
                <a:solidFill>
                  <a:schemeClr val="tx1"/>
                </a:solidFill>
                <a:latin typeface="Arial" panose="020B0604020202020204" pitchFamily="34" charset="0"/>
                <a:cs typeface="Arial" panose="020B0604020202020204" pitchFamily="34" charset="0"/>
              </a:rPr>
              <a:t>If you want to scale the picture, </a:t>
            </a:r>
            <a:br>
              <a:rPr lang="en-GB" altLang="da-DK" sz="900" b="0" noProof="1">
                <a:solidFill>
                  <a:schemeClr val="tx1"/>
                </a:solidFill>
                <a:latin typeface="Arial" panose="020B0604020202020204" pitchFamily="34" charset="0"/>
                <a:cs typeface="Arial" panose="020B0604020202020204" pitchFamily="34" charset="0"/>
              </a:rPr>
            </a:br>
            <a:r>
              <a:rPr lang="en-GB" altLang="da-DK" sz="900" b="0" noProof="1">
                <a:solidFill>
                  <a:schemeClr val="tx1"/>
                </a:solidFill>
                <a:latin typeface="Arial" panose="020B0604020202020204" pitchFamily="34" charset="0"/>
                <a:cs typeface="Arial" panose="020B0604020202020204" pitchFamily="34" charset="0"/>
              </a:rPr>
              <a:t>hold </a:t>
            </a:r>
            <a:r>
              <a:rPr lang="en-GB" altLang="da-DK" sz="900" b="1" noProof="1">
                <a:solidFill>
                  <a:schemeClr val="tx1"/>
                </a:solidFill>
                <a:latin typeface="Arial" panose="020B0604020202020204" pitchFamily="34" charset="0"/>
                <a:cs typeface="Arial" panose="020B0604020202020204" pitchFamily="34" charset="0"/>
              </a:rPr>
              <a:t>SHIFT</a:t>
            </a:r>
            <a:r>
              <a:rPr lang="en-GB" altLang="da-DK" sz="900" b="0" noProof="1">
                <a:solidFill>
                  <a:schemeClr val="tx1"/>
                </a:solidFill>
                <a:latin typeface="Arial" panose="020B0604020202020204" pitchFamily="34" charset="0"/>
                <a:cs typeface="Arial" panose="020B0604020202020204" pitchFamily="34" charset="0"/>
              </a:rPr>
              <a:t>-key down while </a:t>
            </a:r>
            <a:br>
              <a:rPr lang="en-GB" altLang="da-DK" sz="900" b="0" noProof="1">
                <a:solidFill>
                  <a:schemeClr val="tx1"/>
                </a:solidFill>
                <a:latin typeface="Arial" panose="020B0604020202020204" pitchFamily="34" charset="0"/>
                <a:cs typeface="Arial" panose="020B0604020202020204" pitchFamily="34" charset="0"/>
              </a:rPr>
            </a:br>
            <a:r>
              <a:rPr lang="en-GB" altLang="da-DK" sz="900" b="0" noProof="1">
                <a:solidFill>
                  <a:schemeClr val="tx1"/>
                </a:solidFill>
                <a:latin typeface="Arial" panose="020B0604020202020204" pitchFamily="34" charset="0"/>
                <a:cs typeface="Arial" panose="020B0604020202020204" pitchFamily="34" charset="0"/>
              </a:rPr>
              <a:t>dragging the corners of the picture</a:t>
            </a:r>
          </a:p>
          <a:p>
            <a:pPr eaLnBrk="1" hangingPunct="1">
              <a:spcAft>
                <a:spcPts val="600"/>
              </a:spcAft>
              <a:defRPr/>
            </a:pPr>
            <a:r>
              <a:rPr lang="en-GB" altLang="da-DK" sz="900" b="1" noProof="1">
                <a:solidFill>
                  <a:schemeClr val="tx1"/>
                </a:solidFill>
                <a:latin typeface="Arial" panose="020B0604020202020204" pitchFamily="34" charset="0"/>
                <a:cs typeface="Arial" panose="020B0604020202020204" pitchFamily="34" charset="0"/>
              </a:rPr>
              <a:t>Hint: </a:t>
            </a:r>
            <a:r>
              <a:rPr lang="en-GB" altLang="da-DK" sz="900" b="0" noProof="1">
                <a:solidFill>
                  <a:schemeClr val="tx1"/>
                </a:solidFill>
                <a:latin typeface="Arial" panose="020B0604020202020204" pitchFamily="34" charset="0"/>
                <a:cs typeface="Arial" panose="020B0604020202020204" pitchFamily="34" charset="0"/>
              </a:rPr>
              <a:t>If you delete the picture and </a:t>
            </a:r>
            <a:br>
              <a:rPr lang="en-GB" altLang="da-DK" sz="900" b="0" noProof="1">
                <a:solidFill>
                  <a:schemeClr val="tx1"/>
                </a:solidFill>
                <a:latin typeface="Arial" panose="020B0604020202020204" pitchFamily="34" charset="0"/>
                <a:cs typeface="Arial" panose="020B0604020202020204" pitchFamily="34" charset="0"/>
              </a:rPr>
            </a:br>
            <a:r>
              <a:rPr lang="en-GB" altLang="da-DK" sz="900" b="0" noProof="1">
                <a:solidFill>
                  <a:schemeClr val="tx1"/>
                </a:solidFill>
                <a:latin typeface="Arial" panose="020B0604020202020204" pitchFamily="34" charset="0"/>
                <a:cs typeface="Arial" panose="020B0604020202020204" pitchFamily="34" charset="0"/>
              </a:rPr>
              <a:t>insert a new one, the picture may </a:t>
            </a:r>
            <a:br>
              <a:rPr lang="en-GB" altLang="da-DK" sz="900" b="0" noProof="1">
                <a:solidFill>
                  <a:schemeClr val="tx1"/>
                </a:solidFill>
                <a:latin typeface="Arial" panose="020B0604020202020204" pitchFamily="34" charset="0"/>
                <a:cs typeface="Arial" panose="020B0604020202020204" pitchFamily="34" charset="0"/>
              </a:rPr>
            </a:br>
            <a:r>
              <a:rPr lang="en-GB" altLang="da-DK" sz="900" b="0" noProof="1">
                <a:solidFill>
                  <a:schemeClr val="tx1"/>
                </a:solidFill>
                <a:latin typeface="Arial" panose="020B0604020202020204" pitchFamily="34" charset="0"/>
                <a:cs typeface="Arial" panose="020B0604020202020204" pitchFamily="34" charset="0"/>
              </a:rPr>
              <a:t>lie in front of the text or graphic.</a:t>
            </a:r>
            <a:br>
              <a:rPr lang="en-GB" altLang="da-DK" sz="900" b="0" noProof="1">
                <a:solidFill>
                  <a:schemeClr val="tx1"/>
                </a:solidFill>
                <a:latin typeface="Arial" panose="020B0604020202020204" pitchFamily="34" charset="0"/>
                <a:cs typeface="Arial" panose="020B0604020202020204" pitchFamily="34" charset="0"/>
              </a:rPr>
            </a:br>
            <a:r>
              <a:rPr lang="en-GB" altLang="da-DK" sz="900" b="0" noProof="1">
                <a:solidFill>
                  <a:schemeClr val="tx1"/>
                </a:solidFill>
                <a:latin typeface="Arial" panose="020B0604020202020204" pitchFamily="34" charset="0"/>
                <a:cs typeface="Arial" panose="020B0604020202020204" pitchFamily="34" charset="0"/>
              </a:rPr>
              <a:t>If this happens, select the picture, </a:t>
            </a:r>
            <a:br>
              <a:rPr lang="en-GB" altLang="da-DK" sz="900" b="0" noProof="1">
                <a:solidFill>
                  <a:schemeClr val="tx1"/>
                </a:solidFill>
                <a:latin typeface="Arial" panose="020B0604020202020204" pitchFamily="34" charset="0"/>
                <a:cs typeface="Arial" panose="020B0604020202020204" pitchFamily="34" charset="0"/>
              </a:rPr>
            </a:br>
            <a:r>
              <a:rPr lang="en-GB" altLang="da-DK" sz="900" b="0" noProof="1">
                <a:solidFill>
                  <a:schemeClr val="tx1"/>
                </a:solidFill>
                <a:latin typeface="Arial" panose="020B0604020202020204" pitchFamily="34" charset="0"/>
                <a:cs typeface="Arial" panose="020B0604020202020204" pitchFamily="34" charset="0"/>
              </a:rPr>
              <a:t>right-click and choose </a:t>
            </a:r>
            <a:r>
              <a:rPr lang="en-GB" altLang="da-DK" sz="900" b="1" noProof="1">
                <a:solidFill>
                  <a:schemeClr val="tx1"/>
                </a:solidFill>
                <a:latin typeface="Arial" panose="020B0604020202020204" pitchFamily="34" charset="0"/>
                <a:cs typeface="Arial" panose="020B0604020202020204" pitchFamily="34" charset="0"/>
              </a:rPr>
              <a:t>Send to Back</a:t>
            </a:r>
          </a:p>
          <a:p>
            <a:pPr fontAlgn="auto">
              <a:spcBef>
                <a:spcPts val="600"/>
              </a:spcBef>
              <a:spcAft>
                <a:spcPts val="300"/>
              </a:spcAft>
              <a:buFont typeface="+mj-lt"/>
              <a:buNone/>
              <a:defRPr/>
            </a:pPr>
            <a:r>
              <a:rPr lang="en-GB" sz="1000" b="1" noProof="1">
                <a:solidFill>
                  <a:schemeClr val="tx1"/>
                </a:solidFill>
                <a:latin typeface="Arial" panose="020B0604020202020204" pitchFamily="34" charset="0"/>
                <a:cs typeface="Arial" panose="020B0604020202020204" pitchFamily="34" charset="0"/>
              </a:rPr>
              <a:t>Reset slide</a:t>
            </a:r>
          </a:p>
          <a:p>
            <a:pPr marL="0" marR="0" indent="0" algn="l" defTabSz="914400" rtl="0" eaLnBrk="1" fontAlgn="auto" latinLnBrk="0" hangingPunct="1">
              <a:lnSpc>
                <a:spcPct val="100000"/>
              </a:lnSpc>
              <a:spcBef>
                <a:spcPts val="0"/>
              </a:spcBef>
              <a:spcAft>
                <a:spcPts val="600"/>
              </a:spcAft>
              <a:buClrTx/>
              <a:buSzTx/>
              <a:buFont typeface="+mj-lt"/>
              <a:buNone/>
              <a:tabLst/>
              <a:defRPr/>
            </a:pPr>
            <a:r>
              <a:rPr lang="en-GB" altLang="da-DK" sz="900" b="1" noProof="1">
                <a:solidFill>
                  <a:schemeClr val="tx1"/>
                </a:solidFill>
                <a:latin typeface="Arial" panose="020B0604020202020204" pitchFamily="34" charset="0"/>
                <a:cs typeface="Arial" panose="020B0604020202020204" pitchFamily="34" charset="0"/>
              </a:rPr>
              <a:t>1.</a:t>
            </a:r>
            <a:r>
              <a:rPr lang="en-GB" altLang="da-DK" sz="900" noProof="1">
                <a:solidFill>
                  <a:schemeClr val="tx1"/>
                </a:solidFill>
                <a:latin typeface="Arial" panose="020B0604020202020204" pitchFamily="34" charset="0"/>
                <a:cs typeface="Arial" panose="020B0604020202020204" pitchFamily="34" charset="0"/>
              </a:rPr>
              <a:t> Click the </a:t>
            </a:r>
            <a:r>
              <a:rPr lang="en-GB" altLang="da-DK" sz="900" b="1" noProof="1">
                <a:solidFill>
                  <a:schemeClr val="tx1"/>
                </a:solidFill>
                <a:latin typeface="Arial" panose="020B0604020202020204" pitchFamily="34" charset="0"/>
                <a:cs typeface="Arial" panose="020B0604020202020204" pitchFamily="34" charset="0"/>
              </a:rPr>
              <a:t>Home tab</a:t>
            </a:r>
            <a:endParaRPr lang="en-GB" altLang="da-DK" sz="900" strike="sngStrike" noProof="1">
              <a:solidFill>
                <a:schemeClr val="tx1"/>
              </a:solidFill>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600"/>
              </a:spcAft>
              <a:buClrTx/>
              <a:buSzTx/>
              <a:buFont typeface="+mj-lt"/>
              <a:buNone/>
              <a:tabLst/>
              <a:defRPr/>
            </a:pPr>
            <a:r>
              <a:rPr lang="en-GB" altLang="da-DK" sz="900" b="1" noProof="1">
                <a:solidFill>
                  <a:schemeClr val="tx1"/>
                </a:solidFill>
                <a:latin typeface="Arial" panose="020B0604020202020204" pitchFamily="34" charset="0"/>
                <a:cs typeface="Arial" panose="020B0604020202020204" pitchFamily="34" charset="0"/>
              </a:rPr>
              <a:t>2.</a:t>
            </a:r>
            <a:r>
              <a:rPr lang="en-GB" altLang="da-DK" sz="900" noProof="1">
                <a:solidFill>
                  <a:schemeClr val="tx1"/>
                </a:solidFill>
                <a:latin typeface="Arial" panose="020B0604020202020204" pitchFamily="34" charset="0"/>
                <a:cs typeface="Arial" panose="020B0604020202020204" pitchFamily="34" charset="0"/>
              </a:rPr>
              <a:t> Click the </a:t>
            </a:r>
            <a:r>
              <a:rPr lang="en-GB" altLang="da-DK" sz="900" b="1" baseline="0" noProof="1">
                <a:solidFill>
                  <a:schemeClr val="tx1"/>
                </a:solidFill>
                <a:latin typeface="Arial" panose="020B0604020202020204" pitchFamily="34" charset="0"/>
                <a:cs typeface="Arial" panose="020B0604020202020204" pitchFamily="34" charset="0"/>
              </a:rPr>
              <a:t>Reset </a:t>
            </a:r>
            <a:r>
              <a:rPr lang="en-GB" altLang="da-DK" sz="900" noProof="1">
                <a:solidFill>
                  <a:schemeClr val="tx1"/>
                </a:solidFill>
                <a:latin typeface="Arial" panose="020B0604020202020204" pitchFamily="34" charset="0"/>
                <a:cs typeface="Arial" panose="020B0604020202020204" pitchFamily="34" charset="0"/>
              </a:rPr>
              <a:t>menu to reset </a:t>
            </a:r>
            <a:br>
              <a:rPr lang="en-GB" altLang="da-DK" sz="900" noProof="1">
                <a:solidFill>
                  <a:schemeClr val="tx1"/>
                </a:solidFill>
                <a:latin typeface="Arial" panose="020B0604020202020204" pitchFamily="34" charset="0"/>
                <a:cs typeface="Arial" panose="020B0604020202020204" pitchFamily="34" charset="0"/>
              </a:rPr>
            </a:br>
            <a:r>
              <a:rPr lang="en-GB" altLang="da-DK" sz="900" noProof="1">
                <a:solidFill>
                  <a:schemeClr val="tx1"/>
                </a:solidFill>
                <a:latin typeface="Arial" panose="020B0604020202020204" pitchFamily="34" charset="0"/>
                <a:cs typeface="Arial" panose="020B0604020202020204" pitchFamily="34" charset="0"/>
              </a:rPr>
              <a:t>position, size</a:t>
            </a:r>
            <a:r>
              <a:rPr lang="en-GB" altLang="da-DK" sz="900" baseline="0" noProof="1">
                <a:solidFill>
                  <a:schemeClr val="tx1"/>
                </a:solidFill>
                <a:latin typeface="Arial" panose="020B0604020202020204" pitchFamily="34" charset="0"/>
                <a:cs typeface="Arial" panose="020B0604020202020204" pitchFamily="34" charset="0"/>
              </a:rPr>
              <a:t> and formatting of the slide placeholders to their default settings</a:t>
            </a:r>
          </a:p>
          <a:p>
            <a:pPr marL="0" marR="0" indent="0" algn="l" defTabSz="914400" rtl="0" eaLnBrk="1" fontAlgn="auto" latinLnBrk="0" hangingPunct="1">
              <a:lnSpc>
                <a:spcPct val="100000"/>
              </a:lnSpc>
              <a:spcBef>
                <a:spcPts val="1000"/>
              </a:spcBef>
              <a:spcAft>
                <a:spcPts val="300"/>
              </a:spcAft>
              <a:buClrTx/>
              <a:buSzTx/>
              <a:buFontTx/>
              <a:buNone/>
              <a:tabLst/>
              <a:defRPr/>
            </a:pPr>
            <a:r>
              <a:rPr lang="en-GB" sz="1000" b="1" noProof="1">
                <a:solidFill>
                  <a:schemeClr val="tx1"/>
                </a:solidFill>
                <a:latin typeface="Arial" panose="020B0604020202020204" pitchFamily="34" charset="0"/>
                <a:cs typeface="Arial" panose="020B0604020202020204" pitchFamily="34" charset="0"/>
              </a:rPr>
              <a:t>Guides </a:t>
            </a:r>
            <a:r>
              <a:rPr lang="en-GB" sz="1000" b="0" noProof="1">
                <a:solidFill>
                  <a:schemeClr val="tx1"/>
                </a:solidFill>
                <a:latin typeface="Arial" panose="020B0604020202020204" pitchFamily="34" charset="0"/>
                <a:cs typeface="Arial" panose="020B0604020202020204" pitchFamily="34" charset="0"/>
              </a:rPr>
              <a:t>(</a:t>
            </a:r>
            <a:r>
              <a:rPr lang="en-GB" altLang="da-DK" sz="1000" b="0" noProof="1">
                <a:solidFill>
                  <a:schemeClr val="tx1"/>
                </a:solidFill>
                <a:latin typeface="Arial" panose="020B0604020202020204" pitchFamily="34" charset="0"/>
                <a:cs typeface="Arial" panose="020B0604020202020204" pitchFamily="34" charset="0"/>
              </a:rPr>
              <a:t>To view drawing guides)</a:t>
            </a:r>
            <a:endParaRPr lang="en-GB" sz="1000" b="1"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r>
              <a:rPr lang="en-GB" altLang="da-DK" sz="900" b="1" noProof="1">
                <a:solidFill>
                  <a:schemeClr val="tx1"/>
                </a:solidFill>
                <a:latin typeface="Arial" panose="020B0604020202020204" pitchFamily="34" charset="0"/>
                <a:cs typeface="Arial" panose="020B0604020202020204" pitchFamily="34" charset="0"/>
              </a:rPr>
              <a:t>1. </a:t>
            </a:r>
            <a:r>
              <a:rPr lang="en-GB" altLang="da-DK" sz="900" b="0" noProof="1">
                <a:solidFill>
                  <a:schemeClr val="tx1"/>
                </a:solidFill>
                <a:latin typeface="Arial" panose="020B0604020202020204" pitchFamily="34" charset="0"/>
                <a:cs typeface="Arial" panose="020B0604020202020204" pitchFamily="34" charset="0"/>
              </a:rPr>
              <a:t>Click the </a:t>
            </a:r>
            <a:r>
              <a:rPr lang="en-GB" altLang="da-DK" sz="900" b="1" noProof="1">
                <a:solidFill>
                  <a:schemeClr val="tx1"/>
                </a:solidFill>
                <a:latin typeface="Arial" panose="020B0604020202020204" pitchFamily="34" charset="0"/>
                <a:cs typeface="Arial" panose="020B0604020202020204" pitchFamily="34" charset="0"/>
              </a:rPr>
              <a:t>View</a:t>
            </a:r>
            <a:r>
              <a:rPr lang="en-GB" altLang="da-DK" sz="900" b="0" noProof="1">
                <a:solidFill>
                  <a:schemeClr val="tx1"/>
                </a:solidFill>
                <a:latin typeface="Arial" panose="020B0604020202020204" pitchFamily="34" charset="0"/>
                <a:cs typeface="Arial" panose="020B0604020202020204" pitchFamily="34" charset="0"/>
              </a:rPr>
              <a:t> tab, set tick mark next to </a:t>
            </a:r>
            <a:r>
              <a:rPr lang="en-GB" altLang="da-DK" sz="900" b="1" noProof="1">
                <a:solidFill>
                  <a:schemeClr val="tx1"/>
                </a:solidFill>
                <a:latin typeface="Arial" panose="020B0604020202020204" pitchFamily="34" charset="0"/>
                <a:cs typeface="Arial" panose="020B0604020202020204" pitchFamily="34" charset="0"/>
              </a:rPr>
              <a:t>Guides</a:t>
            </a:r>
            <a:endParaRPr lang="en-GB" altLang="da-DK" sz="900" b="0"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r>
              <a:rPr lang="en-GB" altLang="da-DK" sz="900" b="1" noProof="1">
                <a:solidFill>
                  <a:schemeClr val="tx1"/>
                </a:solidFill>
                <a:latin typeface="Arial" panose="020B0604020202020204" pitchFamily="34" charset="0"/>
                <a:cs typeface="Arial" panose="020B0604020202020204" pitchFamily="34" charset="0"/>
              </a:rPr>
              <a:t>Hint: Alt + F9 </a:t>
            </a:r>
            <a:r>
              <a:rPr lang="en-GB" altLang="da-DK" sz="900" b="0" noProof="1">
                <a:solidFill>
                  <a:schemeClr val="tx1"/>
                </a:solidFill>
                <a:latin typeface="Arial" panose="020B0604020202020204" pitchFamily="34" charset="0"/>
                <a:cs typeface="Arial" panose="020B0604020202020204" pitchFamily="34" charset="0"/>
              </a:rPr>
              <a:t>for quick </a:t>
            </a:r>
            <a:r>
              <a:rPr lang="en-GB" altLang="da-DK" sz="900" b="0" baseline="0" noProof="1">
                <a:solidFill>
                  <a:schemeClr val="tx1"/>
                </a:solidFill>
                <a:latin typeface="Arial" panose="020B0604020202020204" pitchFamily="34" charset="0"/>
                <a:cs typeface="Arial" panose="020B0604020202020204" pitchFamily="34" charset="0"/>
              </a:rPr>
              <a:t> </a:t>
            </a:r>
            <a:r>
              <a:rPr lang="en-GB" altLang="da-DK" sz="900" b="0" noProof="1">
                <a:solidFill>
                  <a:schemeClr val="tx1"/>
                </a:solidFill>
                <a:latin typeface="Arial" panose="020B0604020202020204" pitchFamily="34" charset="0"/>
                <a:cs typeface="Arial" panose="020B0604020202020204" pitchFamily="34" charset="0"/>
              </a:rPr>
              <a:t>viewing of guides</a:t>
            </a:r>
          </a:p>
          <a:p>
            <a:pPr marL="0" marR="0" indent="0" algn="l" defTabSz="914400" rtl="0" eaLnBrk="1" fontAlgn="auto" latinLnBrk="0" hangingPunct="1">
              <a:lnSpc>
                <a:spcPct val="100000"/>
              </a:lnSpc>
              <a:spcBef>
                <a:spcPts val="0"/>
              </a:spcBef>
              <a:spcAft>
                <a:spcPts val="600"/>
              </a:spcAft>
              <a:buClrTx/>
              <a:buSzTx/>
              <a:buFont typeface="+mj-lt"/>
              <a:buNone/>
              <a:tabLst/>
              <a:defRPr/>
            </a:pPr>
            <a:endParaRPr lang="en-GB" altLang="da-DK" sz="900"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endParaRPr lang="en-GB" altLang="da-DK" sz="900" b="1" noProof="1">
              <a:solidFill>
                <a:schemeClr val="tx1"/>
              </a:solidFill>
              <a:latin typeface="Arial" panose="020B0604020202020204" pitchFamily="34" charset="0"/>
              <a:cs typeface="Arial" panose="020B0604020202020204" pitchFamily="34" charset="0"/>
            </a:endParaRPr>
          </a:p>
        </p:txBody>
      </p:sp>
      <p:sp>
        <p:nvSpPr>
          <p:cNvPr id="25" name="Text Box 4"/>
          <p:cNvSpPr txBox="1">
            <a:spLocks noChangeArrowheads="1"/>
          </p:cNvSpPr>
          <p:nvPr userDrawn="1"/>
        </p:nvSpPr>
        <p:spPr bwMode="auto">
          <a:xfrm>
            <a:off x="6657295" y="1815926"/>
            <a:ext cx="2286613" cy="2652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300"/>
              </a:spcAft>
              <a:defRPr/>
            </a:pPr>
            <a:r>
              <a:rPr lang="en-GB" sz="1000" b="1" noProof="1">
                <a:solidFill>
                  <a:schemeClr val="tx1"/>
                </a:solidFill>
                <a:latin typeface="Arial" panose="020B0604020202020204" pitchFamily="34" charset="0"/>
                <a:cs typeface="Arial" panose="020B0604020202020204" pitchFamily="34" charset="0"/>
              </a:rPr>
              <a:t>Change slide number, date </a:t>
            </a:r>
            <a:br>
              <a:rPr lang="en-GB" sz="1000" b="1" noProof="1">
                <a:solidFill>
                  <a:schemeClr val="tx1"/>
                </a:solidFill>
                <a:latin typeface="Arial" panose="020B0604020202020204" pitchFamily="34" charset="0"/>
                <a:cs typeface="Arial" panose="020B0604020202020204" pitchFamily="34" charset="0"/>
              </a:rPr>
            </a:br>
            <a:r>
              <a:rPr lang="en-GB" sz="1000" b="1" noProof="1">
                <a:solidFill>
                  <a:schemeClr val="tx1"/>
                </a:solidFill>
                <a:latin typeface="Arial" panose="020B0604020202020204" pitchFamily="34" charset="0"/>
                <a:cs typeface="Arial" panose="020B0604020202020204" pitchFamily="34" charset="0"/>
              </a:rPr>
              <a:t>and footer</a:t>
            </a:r>
          </a:p>
          <a:p>
            <a:pPr eaLnBrk="1" hangingPunct="1">
              <a:spcAft>
                <a:spcPts val="600"/>
              </a:spcAft>
              <a:defRPr/>
            </a:pPr>
            <a:r>
              <a:rPr lang="en-GB" altLang="da-DK" sz="900" b="0" noProof="1">
                <a:solidFill>
                  <a:schemeClr val="tx1"/>
                </a:solidFill>
                <a:latin typeface="Arial" panose="020B0604020202020204" pitchFamily="34" charset="0"/>
                <a:cs typeface="Arial" panose="020B0604020202020204" pitchFamily="34" charset="0"/>
              </a:rPr>
              <a:t>Do this at the very end, so you get </a:t>
            </a:r>
            <a:br>
              <a:rPr lang="en-GB" altLang="da-DK" sz="900" b="0" noProof="1">
                <a:solidFill>
                  <a:schemeClr val="tx1"/>
                </a:solidFill>
                <a:latin typeface="Arial" panose="020B0604020202020204" pitchFamily="34" charset="0"/>
                <a:cs typeface="Arial" panose="020B0604020202020204" pitchFamily="34" charset="0"/>
              </a:rPr>
            </a:br>
            <a:r>
              <a:rPr lang="en-GB" altLang="da-DK" sz="900" b="0" noProof="1">
                <a:solidFill>
                  <a:schemeClr val="tx1"/>
                </a:solidFill>
                <a:latin typeface="Arial" panose="020B0604020202020204" pitchFamily="34" charset="0"/>
                <a:cs typeface="Arial" panose="020B0604020202020204" pitchFamily="34" charset="0"/>
              </a:rPr>
              <a:t>all the corrections on all slides</a:t>
            </a:r>
          </a:p>
          <a:p>
            <a:pPr eaLnBrk="1" hangingPunct="1">
              <a:spcAft>
                <a:spcPts val="600"/>
              </a:spcAft>
              <a:defRPr/>
            </a:pPr>
            <a:r>
              <a:rPr lang="en-GB" altLang="da-DK" sz="900" b="1" noProof="1">
                <a:solidFill>
                  <a:schemeClr val="tx1"/>
                </a:solidFill>
                <a:latin typeface="Arial" panose="020B0604020202020204" pitchFamily="34" charset="0"/>
                <a:cs typeface="Arial" panose="020B0604020202020204" pitchFamily="34" charset="0"/>
              </a:rPr>
              <a:t>1. </a:t>
            </a:r>
            <a:r>
              <a:rPr lang="en-GB" altLang="da-DK" sz="900" b="0" noProof="1">
                <a:solidFill>
                  <a:schemeClr val="tx1"/>
                </a:solidFill>
                <a:latin typeface="Arial" panose="020B0604020202020204" pitchFamily="34" charset="0"/>
                <a:cs typeface="Arial" panose="020B0604020202020204" pitchFamily="34" charset="0"/>
              </a:rPr>
              <a:t>Click the </a:t>
            </a:r>
            <a:r>
              <a:rPr lang="en-GB" altLang="da-DK" sz="900" b="1" noProof="1">
                <a:solidFill>
                  <a:schemeClr val="tx1"/>
                </a:solidFill>
                <a:latin typeface="Arial" panose="020B0604020202020204" pitchFamily="34" charset="0"/>
                <a:cs typeface="Arial" panose="020B0604020202020204" pitchFamily="34" charset="0"/>
              </a:rPr>
              <a:t>Insert </a:t>
            </a:r>
            <a:r>
              <a:rPr lang="en-GB" altLang="da-DK" sz="900" b="0" noProof="1">
                <a:solidFill>
                  <a:schemeClr val="tx1"/>
                </a:solidFill>
                <a:latin typeface="Arial" panose="020B0604020202020204" pitchFamily="34" charset="0"/>
                <a:cs typeface="Arial" panose="020B0604020202020204" pitchFamily="34" charset="0"/>
              </a:rPr>
              <a:t>tab</a:t>
            </a:r>
          </a:p>
          <a:p>
            <a:pPr eaLnBrk="1" hangingPunct="1">
              <a:spcAft>
                <a:spcPts val="600"/>
              </a:spcAft>
              <a:defRPr/>
            </a:pPr>
            <a:r>
              <a:rPr lang="en-GB" altLang="da-DK" sz="900" b="1" noProof="1">
                <a:solidFill>
                  <a:schemeClr val="tx1"/>
                </a:solidFill>
                <a:latin typeface="Arial" panose="020B0604020202020204" pitchFamily="34" charset="0"/>
                <a:cs typeface="Arial" panose="020B0604020202020204" pitchFamily="34" charset="0"/>
              </a:rPr>
              <a:t>2. </a:t>
            </a:r>
            <a:r>
              <a:rPr lang="en-GB" altLang="da-DK" sz="900" b="0" noProof="1">
                <a:solidFill>
                  <a:schemeClr val="tx1"/>
                </a:solidFill>
                <a:latin typeface="Arial" panose="020B0604020202020204" pitchFamily="34" charset="0"/>
                <a:cs typeface="Arial" panose="020B0604020202020204" pitchFamily="34" charset="0"/>
              </a:rPr>
              <a:t>Click on </a:t>
            </a:r>
            <a:r>
              <a:rPr lang="en-GB" altLang="da-DK" sz="900" b="1" noProof="1">
                <a:solidFill>
                  <a:schemeClr val="tx1"/>
                </a:solidFill>
                <a:latin typeface="Arial" panose="020B0604020202020204" pitchFamily="34" charset="0"/>
                <a:cs typeface="Arial" panose="020B0604020202020204" pitchFamily="34" charset="0"/>
              </a:rPr>
              <a:t>Header and Footer </a:t>
            </a:r>
            <a:br>
              <a:rPr lang="en-GB" altLang="da-DK" sz="900" b="0" noProof="1">
                <a:solidFill>
                  <a:schemeClr val="tx1"/>
                </a:solidFill>
                <a:latin typeface="Arial" panose="020B0604020202020204" pitchFamily="34" charset="0"/>
                <a:cs typeface="Arial" panose="020B0604020202020204" pitchFamily="34" charset="0"/>
              </a:rPr>
            </a:br>
            <a:r>
              <a:rPr lang="en-GB" altLang="da-DK" sz="900" b="0" noProof="1">
                <a:solidFill>
                  <a:schemeClr val="tx1"/>
                </a:solidFill>
                <a:latin typeface="Arial" panose="020B0604020202020204" pitchFamily="34" charset="0"/>
                <a:cs typeface="Arial" panose="020B0604020202020204" pitchFamily="34" charset="0"/>
              </a:rPr>
              <a:t>(write the desired text)</a:t>
            </a:r>
          </a:p>
          <a:p>
            <a:pPr eaLnBrk="1" hangingPunct="1">
              <a:spcAft>
                <a:spcPts val="600"/>
              </a:spcAft>
              <a:defRPr/>
            </a:pPr>
            <a:r>
              <a:rPr lang="en-GB" altLang="da-DK" sz="900" b="1" noProof="1">
                <a:solidFill>
                  <a:schemeClr val="tx1"/>
                </a:solidFill>
                <a:latin typeface="Arial" panose="020B0604020202020204" pitchFamily="34" charset="0"/>
                <a:cs typeface="Arial" panose="020B0604020202020204" pitchFamily="34" charset="0"/>
              </a:rPr>
              <a:t>3. </a:t>
            </a:r>
            <a:r>
              <a:rPr lang="en-GB" altLang="da-DK" sz="900" b="0" noProof="1">
                <a:solidFill>
                  <a:schemeClr val="tx1"/>
                </a:solidFill>
                <a:latin typeface="Arial" panose="020B0604020202020204" pitchFamily="34" charset="0"/>
                <a:cs typeface="Arial" panose="020B0604020202020204" pitchFamily="34" charset="0"/>
              </a:rPr>
              <a:t>Click </a:t>
            </a:r>
            <a:r>
              <a:rPr lang="en-GB" altLang="da-DK" sz="900" b="1" noProof="1">
                <a:solidFill>
                  <a:schemeClr val="tx1"/>
                </a:solidFill>
                <a:latin typeface="Arial" panose="020B0604020202020204" pitchFamily="34" charset="0"/>
                <a:cs typeface="Arial" panose="020B0604020202020204" pitchFamily="34" charset="0"/>
              </a:rPr>
              <a:t>Apply to All </a:t>
            </a:r>
            <a:r>
              <a:rPr lang="en-GB" altLang="da-DK" sz="900" b="0" noProof="1">
                <a:solidFill>
                  <a:schemeClr val="tx1"/>
                </a:solidFill>
                <a:latin typeface="Arial" panose="020B0604020202020204" pitchFamily="34" charset="0"/>
                <a:cs typeface="Arial" panose="020B0604020202020204" pitchFamily="34" charset="0"/>
              </a:rPr>
              <a:t>or </a:t>
            </a:r>
            <a:r>
              <a:rPr lang="en-GB" altLang="da-DK" sz="900" b="1" noProof="1">
                <a:solidFill>
                  <a:schemeClr val="tx1"/>
                </a:solidFill>
                <a:latin typeface="Arial" panose="020B0604020202020204" pitchFamily="34" charset="0"/>
                <a:cs typeface="Arial" panose="020B0604020202020204" pitchFamily="34" charset="0"/>
              </a:rPr>
              <a:t>Apply</a:t>
            </a:r>
            <a:r>
              <a:rPr lang="en-GB" altLang="da-DK" sz="900" b="0" noProof="1">
                <a:solidFill>
                  <a:schemeClr val="tx1"/>
                </a:solidFill>
                <a:latin typeface="Arial" panose="020B0604020202020204" pitchFamily="34" charset="0"/>
                <a:cs typeface="Arial" panose="020B0604020202020204" pitchFamily="34" charset="0"/>
              </a:rPr>
              <a:t> </a:t>
            </a:r>
            <a:br>
              <a:rPr lang="en-GB" altLang="da-DK" sz="900" b="0" noProof="1">
                <a:solidFill>
                  <a:schemeClr val="tx1"/>
                </a:solidFill>
                <a:latin typeface="Arial" panose="020B0604020202020204" pitchFamily="34" charset="0"/>
                <a:cs typeface="Arial" panose="020B0604020202020204" pitchFamily="34" charset="0"/>
              </a:rPr>
            </a:br>
            <a:r>
              <a:rPr lang="en-GB" altLang="da-DK" sz="900" b="0" noProof="1">
                <a:solidFill>
                  <a:schemeClr val="tx1"/>
                </a:solidFill>
                <a:latin typeface="Arial" panose="020B0604020202020204" pitchFamily="34" charset="0"/>
                <a:cs typeface="Arial" panose="020B0604020202020204" pitchFamily="34" charset="0"/>
              </a:rPr>
              <a:t>if only used on one slide</a:t>
            </a:r>
          </a:p>
          <a:p>
            <a:pPr eaLnBrk="1" hangingPunct="1">
              <a:spcBef>
                <a:spcPts val="1000"/>
              </a:spcBef>
              <a:spcAft>
                <a:spcPts val="300"/>
              </a:spcAft>
              <a:defRPr/>
            </a:pPr>
            <a:r>
              <a:rPr lang="en-GB" sz="1000" b="1" noProof="1">
                <a:solidFill>
                  <a:schemeClr val="tx1"/>
                </a:solidFill>
                <a:latin typeface="Arial" panose="020B0604020202020204" pitchFamily="34" charset="0"/>
                <a:cs typeface="Arial" panose="020B0604020202020204" pitchFamily="34" charset="0"/>
              </a:rPr>
              <a:t>Guides</a:t>
            </a:r>
          </a:p>
          <a:p>
            <a:pPr eaLnBrk="1" hangingPunct="1">
              <a:spcAft>
                <a:spcPts val="600"/>
              </a:spcAft>
              <a:defRPr/>
            </a:pPr>
            <a:r>
              <a:rPr lang="en-GB" altLang="da-DK" sz="900" b="0" noProof="1">
                <a:solidFill>
                  <a:schemeClr val="tx1"/>
                </a:solidFill>
                <a:latin typeface="Arial" panose="020B0604020202020204" pitchFamily="34" charset="0"/>
                <a:cs typeface="Arial" panose="020B0604020202020204" pitchFamily="34" charset="0"/>
              </a:rPr>
              <a:t>To view drawing guides</a:t>
            </a:r>
          </a:p>
          <a:p>
            <a:pPr eaLnBrk="1" hangingPunct="1">
              <a:spcAft>
                <a:spcPts val="600"/>
              </a:spcAft>
              <a:defRPr/>
            </a:pPr>
            <a:r>
              <a:rPr lang="en-GB" altLang="da-DK" sz="900" b="1" noProof="1">
                <a:solidFill>
                  <a:schemeClr val="tx1"/>
                </a:solidFill>
                <a:latin typeface="Arial" panose="020B0604020202020204" pitchFamily="34" charset="0"/>
                <a:cs typeface="Arial" panose="020B0604020202020204" pitchFamily="34" charset="0"/>
              </a:rPr>
              <a:t>1. </a:t>
            </a:r>
            <a:r>
              <a:rPr lang="en-GB" altLang="da-DK" sz="900" b="0" noProof="1">
                <a:solidFill>
                  <a:schemeClr val="tx1"/>
                </a:solidFill>
                <a:latin typeface="Arial" panose="020B0604020202020204" pitchFamily="34" charset="0"/>
                <a:cs typeface="Arial" panose="020B0604020202020204" pitchFamily="34" charset="0"/>
              </a:rPr>
              <a:t>Click the </a:t>
            </a:r>
            <a:r>
              <a:rPr lang="en-GB" altLang="da-DK" sz="900" b="1" noProof="1">
                <a:solidFill>
                  <a:schemeClr val="tx1"/>
                </a:solidFill>
                <a:latin typeface="Arial" panose="020B0604020202020204" pitchFamily="34" charset="0"/>
                <a:cs typeface="Arial" panose="020B0604020202020204" pitchFamily="34" charset="0"/>
              </a:rPr>
              <a:t>View</a:t>
            </a:r>
            <a:r>
              <a:rPr lang="en-GB" altLang="da-DK" sz="900" b="0" noProof="1">
                <a:solidFill>
                  <a:schemeClr val="tx1"/>
                </a:solidFill>
                <a:latin typeface="Arial" panose="020B0604020202020204" pitchFamily="34" charset="0"/>
                <a:cs typeface="Arial" panose="020B0604020202020204" pitchFamily="34" charset="0"/>
              </a:rPr>
              <a:t> tab, set tick mark </a:t>
            </a:r>
            <a:br>
              <a:rPr lang="en-GB" altLang="da-DK" sz="900" b="0" noProof="1">
                <a:solidFill>
                  <a:schemeClr val="tx1"/>
                </a:solidFill>
                <a:latin typeface="Arial" panose="020B0604020202020204" pitchFamily="34" charset="0"/>
                <a:cs typeface="Arial" panose="020B0604020202020204" pitchFamily="34" charset="0"/>
              </a:rPr>
            </a:br>
            <a:r>
              <a:rPr lang="en-GB" altLang="da-DK" sz="900" b="0" noProof="1">
                <a:solidFill>
                  <a:schemeClr val="tx1"/>
                </a:solidFill>
                <a:latin typeface="Arial" panose="020B0604020202020204" pitchFamily="34" charset="0"/>
                <a:cs typeface="Arial" panose="020B0604020202020204" pitchFamily="34" charset="0"/>
              </a:rPr>
              <a:t>next to </a:t>
            </a:r>
            <a:r>
              <a:rPr lang="en-GB" altLang="da-DK" sz="900" b="1" noProof="1">
                <a:solidFill>
                  <a:schemeClr val="tx1"/>
                </a:solidFill>
                <a:latin typeface="Arial" panose="020B0604020202020204" pitchFamily="34" charset="0"/>
                <a:cs typeface="Arial" panose="020B0604020202020204" pitchFamily="34" charset="0"/>
              </a:rPr>
              <a:t>Guides</a:t>
            </a:r>
            <a:endParaRPr lang="en-GB" altLang="da-DK" sz="900" b="0" noProof="1">
              <a:solidFill>
                <a:schemeClr val="tx1"/>
              </a:solidFill>
              <a:latin typeface="Arial" panose="020B0604020202020204" pitchFamily="34" charset="0"/>
              <a:cs typeface="Arial" panose="020B0604020202020204" pitchFamily="34" charset="0"/>
            </a:endParaRPr>
          </a:p>
          <a:p>
            <a:pPr eaLnBrk="1" hangingPunct="1">
              <a:spcAft>
                <a:spcPts val="600"/>
              </a:spcAft>
              <a:defRPr/>
            </a:pPr>
            <a:r>
              <a:rPr lang="en-GB" altLang="da-DK" sz="900" b="1" noProof="1">
                <a:solidFill>
                  <a:schemeClr val="tx1"/>
                </a:solidFill>
                <a:latin typeface="Arial" panose="020B0604020202020204" pitchFamily="34" charset="0"/>
                <a:cs typeface="Arial" panose="020B0604020202020204" pitchFamily="34" charset="0"/>
              </a:rPr>
              <a:t>Hint: Alt + F9 </a:t>
            </a:r>
            <a:r>
              <a:rPr lang="en-GB" altLang="da-DK" sz="900" b="0" noProof="1">
                <a:solidFill>
                  <a:schemeClr val="tx1"/>
                </a:solidFill>
                <a:latin typeface="Arial" panose="020B0604020202020204" pitchFamily="34" charset="0"/>
                <a:cs typeface="Arial" panose="020B0604020202020204" pitchFamily="34" charset="0"/>
              </a:rPr>
              <a:t>for quick viewing of guides</a:t>
            </a:r>
          </a:p>
        </p:txBody>
      </p:sp>
      <p:pic>
        <p:nvPicPr>
          <p:cNvPr id="28" name="1 Increase decrease"/>
          <p:cNvPicPr>
            <a:picLocks noChangeAspect="1"/>
          </p:cNvPicPr>
          <p:nvPr userDrawn="1"/>
        </p:nvPicPr>
        <p:blipFill>
          <a:blip r:embed="rId3"/>
          <a:stretch>
            <a:fillRect/>
          </a:stretch>
        </p:blipFill>
        <p:spPr>
          <a:xfrm>
            <a:off x="2915205" y="2748751"/>
            <a:ext cx="549328" cy="285228"/>
          </a:xfrm>
          <a:prstGeom prst="rect">
            <a:avLst/>
          </a:prstGeom>
        </p:spPr>
      </p:pic>
      <p:pic>
        <p:nvPicPr>
          <p:cNvPr id="13" name="2 New picture"/>
          <p:cNvPicPr>
            <a:picLocks noChangeAspect="1"/>
          </p:cNvPicPr>
          <p:nvPr userDrawn="1"/>
        </p:nvPicPr>
        <p:blipFill>
          <a:blip r:embed="rId4"/>
          <a:stretch>
            <a:fillRect/>
          </a:stretch>
        </p:blipFill>
        <p:spPr>
          <a:xfrm>
            <a:off x="2948599" y="3410215"/>
            <a:ext cx="324764" cy="578237"/>
          </a:xfrm>
          <a:prstGeom prst="rect">
            <a:avLst/>
          </a:prstGeom>
        </p:spPr>
      </p:pic>
      <p:pic>
        <p:nvPicPr>
          <p:cNvPr id="16" name="3 Layout"/>
          <p:cNvPicPr>
            <a:picLocks noChangeAspect="1"/>
          </p:cNvPicPr>
          <p:nvPr userDrawn="1"/>
        </p:nvPicPr>
        <p:blipFill rotWithShape="1">
          <a:blip r:embed="rId5"/>
          <a:srcRect l="36944" r="2272" b="69429"/>
          <a:stretch/>
        </p:blipFill>
        <p:spPr>
          <a:xfrm>
            <a:off x="2944589" y="4079819"/>
            <a:ext cx="593368" cy="192211"/>
          </a:xfrm>
          <a:prstGeom prst="rect">
            <a:avLst/>
          </a:prstGeom>
        </p:spPr>
      </p:pic>
      <p:pic>
        <p:nvPicPr>
          <p:cNvPr id="5" name="5 Insert picture"/>
          <p:cNvPicPr>
            <a:picLocks noChangeAspect="1"/>
          </p:cNvPicPr>
          <p:nvPr userDrawn="1"/>
        </p:nvPicPr>
        <p:blipFill>
          <a:blip r:embed="rId6"/>
          <a:stretch>
            <a:fillRect/>
          </a:stretch>
        </p:blipFill>
        <p:spPr>
          <a:xfrm>
            <a:off x="5860428" y="2056037"/>
            <a:ext cx="262151" cy="256054"/>
          </a:xfrm>
          <a:prstGeom prst="rect">
            <a:avLst/>
          </a:prstGeom>
        </p:spPr>
      </p:pic>
      <p:pic>
        <p:nvPicPr>
          <p:cNvPr id="23" name="6 Crop"/>
          <p:cNvPicPr>
            <a:picLocks noChangeAspect="1"/>
          </p:cNvPicPr>
          <p:nvPr userDrawn="1"/>
        </p:nvPicPr>
        <p:blipFill>
          <a:blip r:embed="rId7"/>
          <a:stretch>
            <a:fillRect/>
          </a:stretch>
        </p:blipFill>
        <p:spPr>
          <a:xfrm>
            <a:off x="5841060" y="2729359"/>
            <a:ext cx="337400" cy="321707"/>
          </a:xfrm>
          <a:prstGeom prst="rect">
            <a:avLst/>
          </a:prstGeom>
        </p:spPr>
      </p:pic>
      <p:pic>
        <p:nvPicPr>
          <p:cNvPr id="2" name="7 Scale picture"/>
          <p:cNvPicPr>
            <a:picLocks noChangeAspect="1"/>
          </p:cNvPicPr>
          <p:nvPr userDrawn="1"/>
        </p:nvPicPr>
        <p:blipFill>
          <a:blip r:embed="rId8"/>
          <a:stretch>
            <a:fillRect/>
          </a:stretch>
        </p:blipFill>
        <p:spPr>
          <a:xfrm>
            <a:off x="5828704" y="3223349"/>
            <a:ext cx="359695" cy="335309"/>
          </a:xfrm>
          <a:prstGeom prst="rect">
            <a:avLst/>
          </a:prstGeom>
        </p:spPr>
      </p:pic>
    </p:spTree>
    <p:extLst>
      <p:ext uri="{BB962C8B-B14F-4D97-AF65-F5344CB8AC3E}">
        <p14:creationId xmlns:p14="http://schemas.microsoft.com/office/powerpoint/2010/main" val="1661052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6" name="Gradient_stripe"/>
          <p:cNvPicPr>
            <a:picLocks noChangeAspect="1"/>
          </p:cNvPicPr>
          <p:nvPr/>
        </p:nvPicPr>
        <p:blipFill>
          <a:blip r:embed="rId31" cstate="print">
            <a:extLst>
              <a:ext uri="{28A0092B-C50C-407E-A947-70E740481C1C}">
                <a14:useLocalDpi xmlns:a14="http://schemas.microsoft.com/office/drawing/2010/main" val="0"/>
              </a:ext>
            </a:extLst>
          </a:blip>
          <a:stretch>
            <a:fillRect/>
          </a:stretch>
        </p:blipFill>
        <p:spPr>
          <a:xfrm>
            <a:off x="17" y="6771600"/>
            <a:ext cx="12191966" cy="85436"/>
          </a:xfrm>
          <a:prstGeom prst="rect">
            <a:avLst/>
          </a:prstGeom>
        </p:spPr>
      </p:pic>
      <p:sp>
        <p:nvSpPr>
          <p:cNvPr id="2" name="Title Placeholder 1"/>
          <p:cNvSpPr>
            <a:spLocks noGrp="1"/>
          </p:cNvSpPr>
          <p:nvPr>
            <p:ph type="title"/>
          </p:nvPr>
        </p:nvSpPr>
        <p:spPr>
          <a:xfrm>
            <a:off x="784225" y="481665"/>
            <a:ext cx="9180574" cy="1052240"/>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p:cNvSpPr>
            <a:spLocks noGrp="1"/>
          </p:cNvSpPr>
          <p:nvPr>
            <p:ph type="body" idx="1"/>
          </p:nvPr>
        </p:nvSpPr>
        <p:spPr>
          <a:xfrm>
            <a:off x="784225" y="1763713"/>
            <a:ext cx="10620375" cy="4176000"/>
          </a:xfrm>
          <a:prstGeom prst="rect">
            <a:avLst/>
          </a:prstGeom>
        </p:spPr>
        <p:txBody>
          <a:bodyPr vert="horz" lIns="0" tIns="0" rIns="0" bIns="0" rtlCol="0">
            <a:noAutofit/>
          </a:bodyPr>
          <a:lstStyle/>
          <a:p>
            <a:pPr lvl="0"/>
            <a:r>
              <a:rPr lang="en-GB" noProof="0" dirty="0"/>
              <a:t>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a:p>
            <a:pPr lvl="5"/>
            <a:r>
              <a:rPr lang="en-GB" noProof="0" dirty="0"/>
              <a:t>6</a:t>
            </a:r>
          </a:p>
          <a:p>
            <a:pPr lvl="6"/>
            <a:r>
              <a:rPr lang="en-GB" noProof="0" dirty="0"/>
              <a:t>7</a:t>
            </a:r>
          </a:p>
          <a:p>
            <a:pPr lvl="7"/>
            <a:r>
              <a:rPr lang="en-GB" noProof="0" dirty="0"/>
              <a:t>8</a:t>
            </a:r>
          </a:p>
          <a:p>
            <a:pPr lvl="8"/>
            <a:r>
              <a:rPr lang="en-GB" noProof="0" dirty="0"/>
              <a:t>9</a:t>
            </a:r>
          </a:p>
        </p:txBody>
      </p:sp>
      <p:sp>
        <p:nvSpPr>
          <p:cNvPr id="4" name="Date_DateCustomA"/>
          <p:cNvSpPr>
            <a:spLocks noGrp="1"/>
          </p:cNvSpPr>
          <p:nvPr>
            <p:ph type="dt" sz="half" idx="2"/>
          </p:nvPr>
        </p:nvSpPr>
        <p:spPr>
          <a:xfrm>
            <a:off x="9568800" y="6351405"/>
            <a:ext cx="1835800" cy="242607"/>
          </a:xfrm>
          <a:prstGeom prst="rect">
            <a:avLst/>
          </a:prstGeom>
        </p:spPr>
        <p:txBody>
          <a:bodyPr vert="horz" lIns="0" tIns="0" rIns="0" bIns="0" rtlCol="0" anchor="t" anchorCtr="0"/>
          <a:lstStyle>
            <a:lvl1pPr algn="r">
              <a:defRPr sz="800">
                <a:solidFill>
                  <a:schemeClr val="tx2"/>
                </a:solidFill>
              </a:defRPr>
            </a:lvl1pPr>
          </a:lstStyle>
          <a:p>
            <a:endParaRPr lang="en-GB" dirty="0"/>
          </a:p>
        </p:txBody>
      </p:sp>
      <p:sp>
        <p:nvSpPr>
          <p:cNvPr id="5" name="FLD_PresentationTitle"/>
          <p:cNvSpPr>
            <a:spLocks noGrp="1"/>
          </p:cNvSpPr>
          <p:nvPr>
            <p:ph type="ftr" sz="quarter" idx="3"/>
          </p:nvPr>
        </p:nvSpPr>
        <p:spPr>
          <a:xfrm>
            <a:off x="4456800" y="6351405"/>
            <a:ext cx="5112000" cy="242418"/>
          </a:xfrm>
          <a:prstGeom prst="rect">
            <a:avLst/>
          </a:prstGeom>
        </p:spPr>
        <p:txBody>
          <a:bodyPr vert="horz" lIns="0" tIns="0" rIns="0" bIns="0" rtlCol="0" anchor="t" anchorCtr="0"/>
          <a:lstStyle>
            <a:lvl1pPr algn="l">
              <a:defRPr sz="800">
                <a:solidFill>
                  <a:schemeClr val="tx2"/>
                </a:solidFill>
              </a:defRPr>
            </a:lvl1pPr>
          </a:lstStyle>
          <a:p>
            <a:endParaRPr lang="en-GB" dirty="0"/>
          </a:p>
        </p:txBody>
      </p:sp>
      <p:sp>
        <p:nvSpPr>
          <p:cNvPr id="6" name="Slide Number Placeholder 5"/>
          <p:cNvSpPr>
            <a:spLocks noGrp="1"/>
          </p:cNvSpPr>
          <p:nvPr>
            <p:ph type="sldNum" sz="quarter" idx="4"/>
          </p:nvPr>
        </p:nvSpPr>
        <p:spPr>
          <a:xfrm>
            <a:off x="11404600" y="6351405"/>
            <a:ext cx="477736" cy="242418"/>
          </a:xfrm>
          <a:prstGeom prst="rect">
            <a:avLst/>
          </a:prstGeom>
        </p:spPr>
        <p:txBody>
          <a:bodyPr vert="horz" lIns="0" tIns="0" rIns="0" bIns="0" rtlCol="0" anchor="t" anchorCtr="0"/>
          <a:lstStyle>
            <a:lvl1pPr algn="r">
              <a:defRPr sz="800">
                <a:solidFill>
                  <a:schemeClr val="tx2"/>
                </a:solidFill>
              </a:defRPr>
            </a:lvl1pPr>
          </a:lstStyle>
          <a:p>
            <a:fld id="{24C8C45C-947F-4981-8B3F-4F32E973C901}" type="slidenum">
              <a:rPr lang="en-GB" smtClean="0"/>
              <a:pPr/>
              <a:t>‹#›</a:t>
            </a:fld>
            <a:endParaRPr lang="en-GB" dirty="0"/>
          </a:p>
        </p:txBody>
      </p:sp>
      <p:grpSp>
        <p:nvGrpSpPr>
          <p:cNvPr id="16" name="Grid" hidden="1"/>
          <p:cNvGrpSpPr/>
          <p:nvPr/>
        </p:nvGrpSpPr>
        <p:grpSpPr>
          <a:xfrm>
            <a:off x="0" y="0"/>
            <a:ext cx="12192000" cy="6858427"/>
            <a:chOff x="0" y="0"/>
            <a:chExt cx="12192000" cy="6858427"/>
          </a:xfrm>
        </p:grpSpPr>
        <p:sp>
          <p:nvSpPr>
            <p:cNvPr id="8" name="Rectangle 7"/>
            <p:cNvSpPr/>
            <p:nvPr userDrawn="1"/>
          </p:nvSpPr>
          <p:spPr>
            <a:xfrm>
              <a:off x="0" y="0"/>
              <a:ext cx="180975" cy="180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2000" noProof="0" dirty="0" err="1"/>
            </a:p>
          </p:txBody>
        </p:sp>
        <p:sp>
          <p:nvSpPr>
            <p:cNvPr id="9" name="Rectangle 8"/>
            <p:cNvSpPr/>
            <p:nvPr userDrawn="1"/>
          </p:nvSpPr>
          <p:spPr>
            <a:xfrm>
              <a:off x="12012000" y="6678612"/>
              <a:ext cx="180000" cy="179815"/>
            </a:xfrm>
            <a:prstGeom prst="rect">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2000" noProof="0" dirty="0" err="1"/>
            </a:p>
          </p:txBody>
        </p:sp>
        <p:sp>
          <p:nvSpPr>
            <p:cNvPr id="10" name="Rectangle 9"/>
            <p:cNvSpPr/>
            <p:nvPr userDrawn="1"/>
          </p:nvSpPr>
          <p:spPr>
            <a:xfrm>
              <a:off x="784800" y="720000"/>
              <a:ext cx="1440000" cy="180000"/>
            </a:xfrm>
            <a:prstGeom prst="rect">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2000" noProof="0" dirty="0" err="1"/>
            </a:p>
          </p:txBody>
        </p:sp>
        <p:sp>
          <p:nvSpPr>
            <p:cNvPr id="11" name="Rectangle 10"/>
            <p:cNvSpPr/>
            <p:nvPr userDrawn="1"/>
          </p:nvSpPr>
          <p:spPr>
            <a:xfrm>
              <a:off x="2620799" y="1835999"/>
              <a:ext cx="1441613" cy="4106013"/>
            </a:xfrm>
            <a:prstGeom prst="rect">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2000" noProof="0" dirty="0" err="1"/>
            </a:p>
          </p:txBody>
        </p:sp>
        <p:sp>
          <p:nvSpPr>
            <p:cNvPr id="12" name="Rectangle 11"/>
            <p:cNvSpPr/>
            <p:nvPr userDrawn="1"/>
          </p:nvSpPr>
          <p:spPr>
            <a:xfrm>
              <a:off x="4456800" y="6191250"/>
              <a:ext cx="1440000" cy="180750"/>
            </a:xfrm>
            <a:prstGeom prst="rect">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2000" noProof="0" dirty="0" err="1"/>
            </a:p>
          </p:txBody>
        </p:sp>
        <p:sp>
          <p:nvSpPr>
            <p:cNvPr id="13" name="Rectangle 12"/>
            <p:cNvSpPr/>
            <p:nvPr userDrawn="1"/>
          </p:nvSpPr>
          <p:spPr>
            <a:xfrm>
              <a:off x="6292850" y="720000"/>
              <a:ext cx="1439863" cy="180000"/>
            </a:xfrm>
            <a:prstGeom prst="rect">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2000" noProof="0" dirty="0" err="1"/>
            </a:p>
          </p:txBody>
        </p:sp>
        <p:sp>
          <p:nvSpPr>
            <p:cNvPr id="14" name="Rectangle 13"/>
            <p:cNvSpPr/>
            <p:nvPr userDrawn="1"/>
          </p:nvSpPr>
          <p:spPr>
            <a:xfrm>
              <a:off x="8129589" y="720000"/>
              <a:ext cx="1439212" cy="180000"/>
            </a:xfrm>
            <a:prstGeom prst="rect">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2000" noProof="0" dirty="0" err="1"/>
            </a:p>
          </p:txBody>
        </p:sp>
        <p:sp>
          <p:nvSpPr>
            <p:cNvPr id="15" name="Rectangle 14"/>
            <p:cNvSpPr/>
            <p:nvPr userDrawn="1"/>
          </p:nvSpPr>
          <p:spPr>
            <a:xfrm>
              <a:off x="9964799" y="720000"/>
              <a:ext cx="1441389" cy="180000"/>
            </a:xfrm>
            <a:prstGeom prst="rect">
              <a:avLst/>
            </a:prstGeom>
            <a:no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2000" noProof="0" dirty="0" err="1"/>
            </a:p>
          </p:txBody>
        </p:sp>
      </p:grpSp>
      <p:sp>
        <p:nvSpPr>
          <p:cNvPr id="19" name="textruta 11"/>
          <p:cNvSpPr txBox="1"/>
          <p:nvPr/>
        </p:nvSpPr>
        <p:spPr>
          <a:xfrm>
            <a:off x="784225" y="6349164"/>
            <a:ext cx="736954" cy="111600"/>
          </a:xfrm>
          <a:prstGeom prst="rect">
            <a:avLst/>
          </a:prstGeom>
          <a:noFill/>
        </p:spPr>
        <p:txBody>
          <a:bodyPr wrap="square" lIns="0" tIns="0" rIns="0" bIns="0" rtlCol="0">
            <a:noAutofit/>
          </a:bodyPr>
          <a:lstStyle/>
          <a:p>
            <a:r>
              <a:rPr lang="en-GB" sz="800" noProof="1">
                <a:solidFill>
                  <a:schemeClr val="tx2"/>
                </a:solidFill>
                <a:latin typeface="+mn-lt"/>
                <a:cs typeface="Arial" pitchFamily="34" charset="0"/>
              </a:rPr>
              <a:t>© Swedbank</a:t>
            </a:r>
          </a:p>
        </p:txBody>
      </p:sp>
      <p:grpSp>
        <p:nvGrpSpPr>
          <p:cNvPr id="23" name="SD_FLD_InformationClass"/>
          <p:cNvGrpSpPr/>
          <p:nvPr/>
        </p:nvGrpSpPr>
        <p:grpSpPr>
          <a:xfrm>
            <a:off x="1823967" y="6347757"/>
            <a:ext cx="779059" cy="247279"/>
            <a:chOff x="1232529" y="6495305"/>
            <a:chExt cx="779059" cy="247279"/>
          </a:xfrm>
        </p:grpSpPr>
        <p:sp>
          <p:nvSpPr>
            <p:cNvPr id="24" name="SD_FLD_ClassLevel" hidden="1"/>
            <p:cNvSpPr txBox="1"/>
            <p:nvPr/>
          </p:nvSpPr>
          <p:spPr>
            <a:xfrm>
              <a:off x="1232529" y="6619473"/>
              <a:ext cx="280526" cy="123111"/>
            </a:xfrm>
            <a:prstGeom prst="rect">
              <a:avLst/>
            </a:prstGeom>
            <a:noFill/>
          </p:spPr>
          <p:txBody>
            <a:bodyPr wrap="none" lIns="0" tIns="0" rIns="0" bIns="0" rtlCol="0">
              <a:spAutoFit/>
            </a:bodyPr>
            <a:lstStyle/>
            <a:p>
              <a:r>
                <a:rPr lang="en-GB" sz="800" dirty="0">
                  <a:solidFill>
                    <a:schemeClr val="tx2"/>
                  </a:solidFill>
                  <a:latin typeface="+mn-lt"/>
                  <a:cs typeface="Arial" pitchFamily="34" charset="0"/>
                </a:rPr>
                <a:t>Public</a:t>
              </a:r>
            </a:p>
          </p:txBody>
        </p:sp>
        <p:sp>
          <p:nvSpPr>
            <p:cNvPr id="25" name="SD_LAN_InformationClass" hidden="1"/>
            <p:cNvSpPr txBox="1"/>
            <p:nvPr/>
          </p:nvSpPr>
          <p:spPr>
            <a:xfrm>
              <a:off x="1232529" y="6495305"/>
              <a:ext cx="779059" cy="123111"/>
            </a:xfrm>
            <a:prstGeom prst="rect">
              <a:avLst/>
            </a:prstGeom>
            <a:noFill/>
          </p:spPr>
          <p:txBody>
            <a:bodyPr wrap="none" lIns="0" tIns="0" rIns="0" bIns="0" rtlCol="0">
              <a:spAutoFit/>
            </a:bodyPr>
            <a:lstStyle/>
            <a:p>
              <a:r>
                <a:rPr lang="en-GB" sz="800" dirty="0">
                  <a:solidFill>
                    <a:schemeClr val="tx2"/>
                  </a:solidFill>
                  <a:latin typeface="+mn-lt"/>
                  <a:cs typeface="Arial" pitchFamily="34" charset="0"/>
                </a:rPr>
                <a:t>Information</a:t>
              </a:r>
              <a:r>
                <a:rPr lang="en-GB" sz="800" baseline="0" dirty="0">
                  <a:solidFill>
                    <a:schemeClr val="tx2"/>
                  </a:solidFill>
                  <a:latin typeface="+mn-lt"/>
                  <a:cs typeface="Arial" pitchFamily="34" charset="0"/>
                </a:rPr>
                <a:t> c</a:t>
              </a:r>
              <a:r>
                <a:rPr lang="en-GB" sz="800" dirty="0">
                  <a:solidFill>
                    <a:schemeClr val="tx2"/>
                  </a:solidFill>
                  <a:latin typeface="+mn-lt"/>
                  <a:cs typeface="Arial" pitchFamily="34" charset="0"/>
                </a:rPr>
                <a:t>lass</a:t>
              </a:r>
            </a:p>
          </p:txBody>
        </p:sp>
      </p:grpSp>
      <p:grpSp>
        <p:nvGrpSpPr>
          <p:cNvPr id="21" name="SD_FLD_Confidentiality"/>
          <p:cNvGrpSpPr/>
          <p:nvPr/>
        </p:nvGrpSpPr>
        <p:grpSpPr>
          <a:xfrm>
            <a:off x="3054122" y="6348662"/>
            <a:ext cx="812723" cy="246374"/>
            <a:chOff x="1232529" y="6495305"/>
            <a:chExt cx="812723" cy="246374"/>
          </a:xfrm>
        </p:grpSpPr>
        <p:sp>
          <p:nvSpPr>
            <p:cNvPr id="22" name="SD_FLD_RestrictedAccessLabel" hidden="1"/>
            <p:cNvSpPr txBox="1"/>
            <p:nvPr/>
          </p:nvSpPr>
          <p:spPr>
            <a:xfrm>
              <a:off x="1232529" y="6618568"/>
              <a:ext cx="65" cy="123111"/>
            </a:xfrm>
            <a:prstGeom prst="rect">
              <a:avLst/>
            </a:prstGeom>
            <a:noFill/>
          </p:spPr>
          <p:txBody>
            <a:bodyPr wrap="none" lIns="0" tIns="0" rIns="0" bIns="0" rtlCol="0">
              <a:spAutoFit/>
            </a:bodyPr>
            <a:lstStyle/>
            <a:p>
              <a:endParaRPr lang="en-GB" sz="800" dirty="0">
                <a:solidFill>
                  <a:schemeClr val="tx2"/>
                </a:solidFill>
                <a:latin typeface="+mn-lt"/>
                <a:cs typeface="Arial" pitchFamily="34" charset="0"/>
              </a:endParaRPr>
            </a:p>
          </p:txBody>
        </p:sp>
        <p:sp>
          <p:nvSpPr>
            <p:cNvPr id="27" name="SD_LAN_RestrictedAccessLabel" hidden="1"/>
            <p:cNvSpPr txBox="1"/>
            <p:nvPr/>
          </p:nvSpPr>
          <p:spPr>
            <a:xfrm>
              <a:off x="1232529" y="6495305"/>
              <a:ext cx="812723" cy="123111"/>
            </a:xfrm>
            <a:prstGeom prst="rect">
              <a:avLst/>
            </a:prstGeom>
            <a:noFill/>
          </p:spPr>
          <p:txBody>
            <a:bodyPr wrap="none" lIns="0" tIns="0" rIns="0" bIns="0" rtlCol="0">
              <a:spAutoFit/>
            </a:bodyPr>
            <a:lstStyle/>
            <a:p>
              <a:r>
                <a:rPr lang="en-GB" sz="800" dirty="0">
                  <a:solidFill>
                    <a:schemeClr val="tx2"/>
                  </a:solidFill>
                  <a:latin typeface="+mn-lt"/>
                  <a:cs typeface="Arial" pitchFamily="34" charset="0"/>
                </a:rPr>
                <a:t>Restricted access</a:t>
              </a:r>
            </a:p>
          </p:txBody>
        </p:sp>
      </p:grpSp>
    </p:spTree>
    <p:extLst>
      <p:ext uri="{BB962C8B-B14F-4D97-AF65-F5344CB8AC3E}">
        <p14:creationId xmlns:p14="http://schemas.microsoft.com/office/powerpoint/2010/main" val="180999990"/>
      </p:ext>
    </p:extLst>
  </p:cSld>
  <p:clrMap bg1="lt1" tx1="dk1" bg2="lt2" tx2="dk2" accent1="accent1" accent2="accent2" accent3="accent3" accent4="accent4" accent5="accent5" accent6="accent6" hlink="hlink" folHlink="folHlink"/>
  <p:sldLayoutIdLst>
    <p:sldLayoutId id="2147483649" r:id="rId1"/>
    <p:sldLayoutId id="2147483724" r:id="rId2"/>
    <p:sldLayoutId id="2147483725" r:id="rId3"/>
    <p:sldLayoutId id="2147483726" r:id="rId4"/>
    <p:sldLayoutId id="2147483659" r:id="rId5"/>
    <p:sldLayoutId id="2147483740" r:id="rId6"/>
    <p:sldLayoutId id="2147483728" r:id="rId7"/>
    <p:sldLayoutId id="2147483729" r:id="rId8"/>
    <p:sldLayoutId id="2147483741" r:id="rId9"/>
    <p:sldLayoutId id="2147483721" r:id="rId10"/>
    <p:sldLayoutId id="2147483730" r:id="rId11"/>
    <p:sldLayoutId id="2147483743" r:id="rId12"/>
    <p:sldLayoutId id="2147483742" r:id="rId13"/>
    <p:sldLayoutId id="2147483652" r:id="rId14"/>
    <p:sldLayoutId id="2147483731" r:id="rId15"/>
    <p:sldLayoutId id="2147483735" r:id="rId16"/>
    <p:sldLayoutId id="2147483744" r:id="rId17"/>
    <p:sldLayoutId id="2147483747" r:id="rId18"/>
    <p:sldLayoutId id="2147483748" r:id="rId19"/>
    <p:sldLayoutId id="2147483733" r:id="rId20"/>
    <p:sldLayoutId id="2147483734" r:id="rId21"/>
    <p:sldLayoutId id="2147483745" r:id="rId22"/>
    <p:sldLayoutId id="2147483746" r:id="rId23"/>
    <p:sldLayoutId id="2147483732" r:id="rId24"/>
    <p:sldLayoutId id="2147483736" r:id="rId25"/>
    <p:sldLayoutId id="2147483660" r:id="rId26"/>
    <p:sldLayoutId id="2147483738" r:id="rId27"/>
    <p:sldLayoutId id="2147483739" r:id="rId28"/>
    <p:sldLayoutId id="2147483667" r:id="rId29"/>
  </p:sldLayoutIdLst>
  <p:hf hdr="0"/>
  <p:txStyles>
    <p:titleStyle>
      <a:lvl1pPr algn="l" defTabSz="914400" rtl="0" eaLnBrk="1" latinLnBrk="0" hangingPunct="1">
        <a:lnSpc>
          <a:spcPct val="97000"/>
        </a:lnSpc>
        <a:spcBef>
          <a:spcPct val="0"/>
        </a:spcBef>
        <a:buNone/>
        <a:defRPr sz="3600" kern="1200">
          <a:solidFill>
            <a:srgbClr val="F35B1C"/>
          </a:solidFill>
          <a:latin typeface="+mj-lt"/>
          <a:ea typeface="+mj-ea"/>
          <a:cs typeface="+mj-cs"/>
        </a:defRPr>
      </a:lvl1pPr>
    </p:titleStyle>
    <p:bodyStyle>
      <a:lvl1pPr marL="216000" indent="-216000" algn="l" defTabSz="914400" rtl="0" eaLnBrk="1" latinLnBrk="0" hangingPunct="1">
        <a:lnSpc>
          <a:spcPct val="100000"/>
        </a:lnSpc>
        <a:spcBef>
          <a:spcPts val="8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396000" indent="-1800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576000" indent="-180000" algn="l" defTabSz="914400" rtl="0" eaLnBrk="1" latinLnBrk="0" hangingPunct="1">
        <a:lnSpc>
          <a:spcPct val="100000"/>
        </a:lnSpc>
        <a:spcBef>
          <a:spcPts val="800"/>
        </a:spcBef>
        <a:buFont typeface="Arial" panose="020B0604020202020204" pitchFamily="34" charset="0"/>
        <a:buChar char="•"/>
        <a:defRPr sz="1600" kern="1200">
          <a:solidFill>
            <a:schemeClr val="tx1"/>
          </a:solidFill>
          <a:latin typeface="+mn-lt"/>
          <a:ea typeface="+mn-ea"/>
          <a:cs typeface="+mn-cs"/>
        </a:defRPr>
      </a:lvl3pPr>
      <a:lvl4pPr marL="75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4pPr>
      <a:lvl5pPr marL="93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5pPr>
      <a:lvl6pPr marL="93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6pPr>
      <a:lvl7pPr marL="936000" indent="-180000" algn="l" defTabSz="914400" rtl="0" eaLnBrk="1" latinLnBrk="0" hangingPunct="1">
        <a:lnSpc>
          <a:spcPct val="100000"/>
        </a:lnSpc>
        <a:spcBef>
          <a:spcPts val="800"/>
        </a:spcBef>
        <a:buFont typeface="Arial" panose="020B0604020202020204" pitchFamily="34" charset="0"/>
        <a:buChar char="•"/>
        <a:defRPr sz="1400" kern="1200" baseline="0">
          <a:solidFill>
            <a:schemeClr val="tx1"/>
          </a:solidFill>
          <a:latin typeface="+mn-lt"/>
          <a:ea typeface="+mn-ea"/>
          <a:cs typeface="+mn-cs"/>
        </a:defRPr>
      </a:lvl7pPr>
      <a:lvl8pPr marL="93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8pPr>
      <a:lvl9pPr marL="936000" indent="-180000" algn="l" defTabSz="914400" rtl="0" eaLnBrk="1" latinLnBrk="0" hangingPunct="1">
        <a:lnSpc>
          <a:spcPct val="100000"/>
        </a:lnSpc>
        <a:spcBef>
          <a:spcPts val="800"/>
        </a:spcBef>
        <a:buFont typeface="Arial" panose="020B0604020202020204" pitchFamily="34" charset="0"/>
        <a:buChar char="•"/>
        <a:defRPr sz="14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113" userDrawn="1">
          <p15:clr>
            <a:srgbClr val="F26B43"/>
          </p15:clr>
        </p15:guide>
        <p15:guide id="4" orient="horz" pos="113" userDrawn="1">
          <p15:clr>
            <a:srgbClr val="F26B43"/>
          </p15:clr>
        </p15:guide>
        <p15:guide id="5" pos="7566" userDrawn="1">
          <p15:clr>
            <a:srgbClr val="F26B43"/>
          </p15:clr>
        </p15:guide>
        <p15:guide id="6" orient="horz" pos="4206" userDrawn="1">
          <p15:clr>
            <a:srgbClr val="F26B43"/>
          </p15:clr>
        </p15:guide>
        <p15:guide id="7" pos="494" userDrawn="1">
          <p15:clr>
            <a:srgbClr val="F26B43"/>
          </p15:clr>
        </p15:guide>
        <p15:guide id="8" pos="1401" userDrawn="1">
          <p15:clr>
            <a:srgbClr val="F26B43"/>
          </p15:clr>
        </p15:guide>
        <p15:guide id="9" orient="horz" pos="453" userDrawn="1">
          <p15:clr>
            <a:srgbClr val="F26B43"/>
          </p15:clr>
        </p15:guide>
        <p15:guide id="10" orient="horz" pos="566" userDrawn="1">
          <p15:clr>
            <a:srgbClr val="F26B43"/>
          </p15:clr>
        </p15:guide>
        <p15:guide id="11" pos="1650" userDrawn="1">
          <p15:clr>
            <a:srgbClr val="F26B43"/>
          </p15:clr>
        </p15:guide>
        <p15:guide id="12" pos="2557" userDrawn="1">
          <p15:clr>
            <a:srgbClr val="F26B43"/>
          </p15:clr>
        </p15:guide>
        <p15:guide id="13" orient="horz" pos="1156" userDrawn="1">
          <p15:clr>
            <a:srgbClr val="F26B43"/>
          </p15:clr>
        </p15:guide>
        <p15:guide id="14" orient="horz" pos="3741" userDrawn="1">
          <p15:clr>
            <a:srgbClr val="F26B43"/>
          </p15:clr>
        </p15:guide>
        <p15:guide id="15" pos="2807" userDrawn="1">
          <p15:clr>
            <a:srgbClr val="F26B43"/>
          </p15:clr>
        </p15:guide>
        <p15:guide id="16" pos="3714" userDrawn="1">
          <p15:clr>
            <a:srgbClr val="F26B43"/>
          </p15:clr>
        </p15:guide>
        <p15:guide id="17" orient="horz" pos="3900" userDrawn="1">
          <p15:clr>
            <a:srgbClr val="F26B43"/>
          </p15:clr>
        </p15:guide>
        <p15:guide id="18" orient="horz" pos="4013" userDrawn="1">
          <p15:clr>
            <a:srgbClr val="F26B43"/>
          </p15:clr>
        </p15:guide>
        <p15:guide id="19" pos="3963" userDrawn="1">
          <p15:clr>
            <a:srgbClr val="F26B43"/>
          </p15:clr>
        </p15:guide>
        <p15:guide id="20" pos="4871" userDrawn="1">
          <p15:clr>
            <a:srgbClr val="F26B43"/>
          </p15:clr>
        </p15:guide>
        <p15:guide id="21" pos="5120" userDrawn="1">
          <p15:clr>
            <a:srgbClr val="F26B43"/>
          </p15:clr>
        </p15:guide>
        <p15:guide id="22" pos="6027" userDrawn="1">
          <p15:clr>
            <a:srgbClr val="F26B43"/>
          </p15:clr>
        </p15:guide>
        <p15:guide id="23" pos="6277" userDrawn="1">
          <p15:clr>
            <a:srgbClr val="F26B43"/>
          </p15:clr>
        </p15:guide>
        <p15:guide id="24" pos="7184" userDrawn="1">
          <p15:clr>
            <a:srgbClr val="F26B43"/>
          </p15:clr>
        </p15:guide>
        <p15:guide id="25" orient="horz" pos="1125"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image" Target="../media/image16.jp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hyperlink" Target="https://gist.github.com/joshbuchea/6f47e86d2510bce28f8e7f42ae84c716" TargetMode="External"/><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s://git-scm.com/downloads" TargetMode="External"/><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 TargetMode="External"/><Relationship Id="rId2" Type="http://schemas.openxmlformats.org/officeDocument/2006/relationships/notesSlide" Target="../notesSlides/notesSlide20.xml"/><Relationship Id="rId1" Type="http://schemas.openxmlformats.org/officeDocument/2006/relationships/slideLayout" Target="../slideLayouts/slideLayout10.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3" Type="http://schemas.openxmlformats.org/officeDocument/2006/relationships/hyperlink" Target="https://git-scm.com/book/en/v2" TargetMode="External"/><Relationship Id="rId2" Type="http://schemas.openxmlformats.org/officeDocument/2006/relationships/notesSlide" Target="../notesSlides/notesSlide36.xml"/><Relationship Id="rId1" Type="http://schemas.openxmlformats.org/officeDocument/2006/relationships/slideLayout" Target="../slideLayouts/slideLayout10.xml"/><Relationship Id="rId5" Type="http://schemas.openxmlformats.org/officeDocument/2006/relationships/hyperlink" Target="https://education.github.com/git-cheat-sheet-education.pdf" TargetMode="External"/><Relationship Id="rId4" Type="http://schemas.openxmlformats.org/officeDocument/2006/relationships/hyperlink" Target="https://www.google.com/"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Picture Placeholder 10"/>
          <p:cNvSpPr>
            <a:spLocks noGrp="1"/>
          </p:cNvSpPr>
          <p:nvPr>
            <p:ph type="pic" sz="quarter" idx="13"/>
          </p:nvPr>
        </p:nvSpPr>
        <p:spPr>
          <a:xfrm>
            <a:off x="179387" y="175098"/>
            <a:ext cx="11829600" cy="6501927"/>
          </a:xfrm>
        </p:spPr>
      </p:sp>
      <p:sp>
        <p:nvSpPr>
          <p:cNvPr id="3" name="Title 2"/>
          <p:cNvSpPr>
            <a:spLocks noGrp="1"/>
          </p:cNvSpPr>
          <p:nvPr>
            <p:ph type="ctrTitle"/>
          </p:nvPr>
        </p:nvSpPr>
        <p:spPr/>
        <p:txBody>
          <a:bodyPr/>
          <a:lstStyle/>
          <a:p>
            <a:r>
              <a:rPr lang="en-US" dirty="0"/>
              <a:t>GIT basics</a:t>
            </a:r>
          </a:p>
        </p:txBody>
      </p:sp>
      <p:sp>
        <p:nvSpPr>
          <p:cNvPr id="9" name="Subtitle 8"/>
          <p:cNvSpPr>
            <a:spLocks noGrp="1"/>
          </p:cNvSpPr>
          <p:nvPr>
            <p:ph type="subTitle" idx="1"/>
          </p:nvPr>
        </p:nvSpPr>
        <p:spPr/>
        <p:txBody>
          <a:bodyPr/>
          <a:lstStyle/>
          <a:p>
            <a:pPr>
              <a:buNone/>
            </a:pPr>
            <a:r>
              <a:rPr lang="en-US" dirty="0"/>
              <a:t> </a:t>
            </a:r>
          </a:p>
        </p:txBody>
      </p:sp>
      <p:sp>
        <p:nvSpPr>
          <p:cNvPr id="4" name="Date_DateCustomA"/>
          <p:cNvSpPr>
            <a:spLocks noGrp="1"/>
          </p:cNvSpPr>
          <p:nvPr>
            <p:ph type="dt" sz="half" idx="10"/>
          </p:nvPr>
        </p:nvSpPr>
        <p:spPr/>
        <p:txBody>
          <a:bodyPr/>
          <a:lstStyle/>
          <a:p>
            <a:endParaRPr lang="en-GB" dirty="0"/>
          </a:p>
        </p:txBody>
      </p:sp>
      <p:sp>
        <p:nvSpPr>
          <p:cNvPr id="5" name="FLD_PresentationTitle"/>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24C8C45C-947F-4981-8B3F-4F32E973C901}" type="slidenum">
              <a:rPr lang="en-GB" smtClean="0"/>
              <a:t>1</a:t>
            </a:fld>
            <a:endParaRPr lang="en-GB" dirty="0"/>
          </a:p>
        </p:txBody>
      </p:sp>
    </p:spTree>
    <p:extLst>
      <p:ext uri="{BB962C8B-B14F-4D97-AF65-F5344CB8AC3E}">
        <p14:creationId xmlns:p14="http://schemas.microsoft.com/office/powerpoint/2010/main" val="891448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lt-LT" dirty="0" err="1"/>
              <a:t>Agenda</a:t>
            </a:r>
            <a:endParaRPr lang="en-GB" dirty="0"/>
          </a:p>
        </p:txBody>
      </p:sp>
      <p:sp>
        <p:nvSpPr>
          <p:cNvPr id="9" name="Content Placeholder 8"/>
          <p:cNvSpPr>
            <a:spLocks noGrp="1"/>
          </p:cNvSpPr>
          <p:nvPr>
            <p:ph idx="1"/>
          </p:nvPr>
        </p:nvSpPr>
        <p:spPr/>
        <p:txBody>
          <a:bodyPr/>
          <a:lstStyle/>
          <a:p>
            <a:pPr marL="457200" indent="-457200">
              <a:buFont typeface="+mj-lt"/>
              <a:buAutoNum type="arabicPeriod"/>
            </a:pPr>
            <a:r>
              <a:rPr lang="en-US" sz="3600" dirty="0"/>
              <a:t>What is git?</a:t>
            </a:r>
            <a:endParaRPr lang="lt-LT" sz="3600" dirty="0"/>
          </a:p>
          <a:p>
            <a:pPr marL="457200" indent="-457200">
              <a:buFont typeface="+mj-lt"/>
              <a:buAutoNum type="arabicPeriod"/>
            </a:pPr>
            <a:r>
              <a:rPr lang="en-US" sz="3600" dirty="0"/>
              <a:t>How does git work?</a:t>
            </a:r>
          </a:p>
          <a:p>
            <a:pPr marL="457200" indent="-457200">
              <a:buFont typeface="+mj-lt"/>
              <a:buAutoNum type="arabicPeriod"/>
            </a:pPr>
            <a:r>
              <a:rPr lang="en-US" sz="3600" dirty="0"/>
              <a:t>Install git and create a GitHub account</a:t>
            </a:r>
            <a:endParaRPr lang="lt-LT" sz="3600" dirty="0"/>
          </a:p>
          <a:p>
            <a:pPr marL="457200" indent="-457200">
              <a:buFont typeface="+mj-lt"/>
              <a:buAutoNum type="arabicPeriod"/>
            </a:pPr>
            <a:r>
              <a:rPr lang="en-US" sz="3600" dirty="0"/>
              <a:t>Git basics</a:t>
            </a:r>
            <a:endParaRPr lang="lt-LT" sz="3600" dirty="0"/>
          </a:p>
          <a:p>
            <a:pPr marL="457200" indent="-457200">
              <a:buFont typeface="+mj-lt"/>
              <a:buAutoNum type="arabicPeriod"/>
            </a:pPr>
            <a:r>
              <a:rPr lang="en-US" sz="3600" dirty="0"/>
              <a:t>Practice</a:t>
            </a:r>
            <a:endParaRPr lang="lt-LT" sz="3600" dirty="0"/>
          </a:p>
        </p:txBody>
      </p:sp>
      <p:sp>
        <p:nvSpPr>
          <p:cNvPr id="5" name="Date Placeholder 4"/>
          <p:cNvSpPr>
            <a:spLocks noGrp="1"/>
          </p:cNvSpPr>
          <p:nvPr>
            <p:ph type="dt" sz="half" idx="10"/>
          </p:nvPr>
        </p:nvSpPr>
        <p:spPr/>
        <p:txBody>
          <a:bodyPr/>
          <a:lstStyle/>
          <a:p>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24C8C45C-947F-4981-8B3F-4F32E973C901}" type="slidenum">
              <a:rPr lang="en-GB" smtClean="0"/>
              <a:pPr/>
              <a:t>2</a:t>
            </a:fld>
            <a:endParaRPr lang="en-GB" dirty="0"/>
          </a:p>
        </p:txBody>
      </p:sp>
    </p:spTree>
    <p:extLst>
      <p:ext uri="{BB962C8B-B14F-4D97-AF65-F5344CB8AC3E}">
        <p14:creationId xmlns:p14="http://schemas.microsoft.com/office/powerpoint/2010/main" val="8045160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 r="4"/>
          <a:stretch>
            <a:fillRect/>
          </a:stretch>
        </p:blipFill>
        <p:spPr/>
      </p:pic>
      <p:sp>
        <p:nvSpPr>
          <p:cNvPr id="7" name="Title 6"/>
          <p:cNvSpPr>
            <a:spLocks noGrp="1"/>
          </p:cNvSpPr>
          <p:nvPr>
            <p:ph type="ctrTitle"/>
          </p:nvPr>
        </p:nvSpPr>
        <p:spPr/>
        <p:txBody>
          <a:bodyPr/>
          <a:lstStyle/>
          <a:p>
            <a:r>
              <a:rPr lang="en-US" dirty="0"/>
              <a:t>1</a:t>
            </a:r>
            <a:r>
              <a:rPr lang="lt-LT" dirty="0"/>
              <a:t>. </a:t>
            </a:r>
            <a:r>
              <a:rPr lang="en-US" dirty="0"/>
              <a:t>What is git?</a:t>
            </a:r>
            <a:endParaRPr lang="en-GB" dirty="0"/>
          </a:p>
        </p:txBody>
      </p:sp>
      <p:sp>
        <p:nvSpPr>
          <p:cNvPr id="8" name="Subtitle 7"/>
          <p:cNvSpPr>
            <a:spLocks noGrp="1"/>
          </p:cNvSpPr>
          <p:nvPr>
            <p:ph type="subTitle" idx="1"/>
          </p:nvPr>
        </p:nvSpPr>
        <p:spPr/>
        <p:txBody>
          <a:bodyPr/>
          <a:lstStyle/>
          <a:p>
            <a:pPr>
              <a:buNone/>
            </a:pPr>
            <a:endParaRPr lang="en-GB" dirty="0"/>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24C8C45C-947F-4981-8B3F-4F32E973C901}" type="slidenum">
              <a:rPr lang="en-GB" smtClean="0"/>
              <a:pPr/>
              <a:t>3</a:t>
            </a:fld>
            <a:endParaRPr lang="en-GB" dirty="0"/>
          </a:p>
        </p:txBody>
      </p:sp>
    </p:spTree>
    <p:extLst>
      <p:ext uri="{BB962C8B-B14F-4D97-AF65-F5344CB8AC3E}">
        <p14:creationId xmlns:p14="http://schemas.microsoft.com/office/powerpoint/2010/main" val="879818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git?</a:t>
            </a:r>
            <a:endParaRPr lang="lt-LT" dirty="0"/>
          </a:p>
        </p:txBody>
      </p:sp>
      <p:sp>
        <p:nvSpPr>
          <p:cNvPr id="3" name="Content Placeholder 2"/>
          <p:cNvSpPr>
            <a:spLocks noGrp="1"/>
          </p:cNvSpPr>
          <p:nvPr>
            <p:ph idx="1"/>
          </p:nvPr>
        </p:nvSpPr>
        <p:spPr>
          <a:xfrm>
            <a:off x="809625" y="1533905"/>
            <a:ext cx="5856715" cy="4310304"/>
          </a:xfrm>
        </p:spPr>
        <p:txBody>
          <a:bodyPr/>
          <a:lstStyle/>
          <a:p>
            <a:r>
              <a:rPr lang="en-US" sz="3200" dirty="0"/>
              <a:t>Distributed version control</a:t>
            </a:r>
          </a:p>
          <a:p>
            <a:r>
              <a:rPr lang="en-US" sz="3200" dirty="0"/>
              <a:t>Users keep entire code and history on their location machines</a:t>
            </a:r>
          </a:p>
          <a:p>
            <a:pPr lvl="1"/>
            <a:r>
              <a:rPr lang="en-US" sz="2800" dirty="0"/>
              <a:t> Users can make any changes without internet access</a:t>
            </a:r>
          </a:p>
          <a:p>
            <a:pPr lvl="1"/>
            <a:r>
              <a:rPr lang="en-US" sz="2800" dirty="0"/>
              <a:t> (Except pushing and pulling changes from a remote server)</a:t>
            </a:r>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4</a:t>
            </a:fld>
            <a:endParaRPr lang="en-GB" noProof="0" dirty="0"/>
          </a:p>
        </p:txBody>
      </p:sp>
      <p:pic>
        <p:nvPicPr>
          <p:cNvPr id="7" name="Picture 6">
            <a:extLst>
              <a:ext uri="{FF2B5EF4-FFF2-40B4-BE49-F238E27FC236}">
                <a16:creationId xmlns:a16="http://schemas.microsoft.com/office/drawing/2014/main" id="{F6C2A8EE-BDF4-4982-8FCE-1E1A2E151842}"/>
              </a:ext>
            </a:extLst>
          </p:cNvPr>
          <p:cNvPicPr>
            <a:picLocks noChangeAspect="1"/>
          </p:cNvPicPr>
          <p:nvPr/>
        </p:nvPicPr>
        <p:blipFill>
          <a:blip r:embed="rId3"/>
          <a:stretch>
            <a:fillRect/>
          </a:stretch>
        </p:blipFill>
        <p:spPr>
          <a:xfrm>
            <a:off x="6666340" y="263988"/>
            <a:ext cx="4977128" cy="5940929"/>
          </a:xfrm>
          <a:prstGeom prst="rect">
            <a:avLst/>
          </a:prstGeom>
        </p:spPr>
      </p:pic>
    </p:spTree>
    <p:extLst>
      <p:ext uri="{BB962C8B-B14F-4D97-AF65-F5344CB8AC3E}">
        <p14:creationId xmlns:p14="http://schemas.microsoft.com/office/powerpoint/2010/main" val="3384615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version control?</a:t>
            </a:r>
            <a:endParaRPr lang="lt-LT" dirty="0"/>
          </a:p>
        </p:txBody>
      </p:sp>
      <p:sp>
        <p:nvSpPr>
          <p:cNvPr id="3" name="Content Placeholder 2"/>
          <p:cNvSpPr>
            <a:spLocks noGrp="1"/>
          </p:cNvSpPr>
          <p:nvPr>
            <p:ph idx="1"/>
          </p:nvPr>
        </p:nvSpPr>
        <p:spPr>
          <a:xfrm>
            <a:off x="809624" y="1533905"/>
            <a:ext cx="6439315" cy="4310304"/>
          </a:xfrm>
        </p:spPr>
        <p:txBody>
          <a:bodyPr/>
          <a:lstStyle/>
          <a:p>
            <a:r>
              <a:rPr lang="en-US" sz="3200" dirty="0"/>
              <a:t>A system that keeps records of your changes</a:t>
            </a:r>
          </a:p>
          <a:p>
            <a:r>
              <a:rPr lang="en-US" sz="3200" dirty="0"/>
              <a:t>Allows for collaborative development</a:t>
            </a:r>
          </a:p>
          <a:p>
            <a:r>
              <a:rPr lang="en-US" sz="3200" dirty="0"/>
              <a:t>Allows you to know who made what changes and when</a:t>
            </a:r>
          </a:p>
          <a:p>
            <a:r>
              <a:rPr lang="en-US" sz="3200" b="1" u="sng" dirty="0"/>
              <a:t>Allows you to revert any changes and go back to a previous state</a:t>
            </a:r>
            <a:endParaRPr lang="lt-LT" sz="3200" b="1" u="sng" dirty="0"/>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5</a:t>
            </a:fld>
            <a:endParaRPr lang="en-GB" noProof="0" dirty="0"/>
          </a:p>
        </p:txBody>
      </p:sp>
      <p:pic>
        <p:nvPicPr>
          <p:cNvPr id="7" name="Picture 6">
            <a:extLst>
              <a:ext uri="{FF2B5EF4-FFF2-40B4-BE49-F238E27FC236}">
                <a16:creationId xmlns:a16="http://schemas.microsoft.com/office/drawing/2014/main" id="{30A31608-A389-4876-B960-0282FFAA0D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2800" y="1489942"/>
            <a:ext cx="4924425" cy="4210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05562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git?</a:t>
            </a:r>
            <a:endParaRPr lang="lt-LT" dirty="0"/>
          </a:p>
        </p:txBody>
      </p:sp>
      <p:sp>
        <p:nvSpPr>
          <p:cNvPr id="3" name="Content Placeholder 2"/>
          <p:cNvSpPr>
            <a:spLocks noGrp="1"/>
          </p:cNvSpPr>
          <p:nvPr>
            <p:ph idx="1"/>
          </p:nvPr>
        </p:nvSpPr>
        <p:spPr>
          <a:xfrm>
            <a:off x="809625" y="1533905"/>
            <a:ext cx="4305714" cy="4310304"/>
          </a:xfrm>
        </p:spPr>
        <p:txBody>
          <a:bodyPr/>
          <a:lstStyle/>
          <a:p>
            <a:r>
              <a:rPr lang="en-US" sz="3200" dirty="0"/>
              <a:t>Started in 2005</a:t>
            </a:r>
          </a:p>
          <a:p>
            <a:r>
              <a:rPr lang="en-US" sz="3200" dirty="0"/>
              <a:t>Created by Linus </a:t>
            </a:r>
            <a:r>
              <a:rPr lang="en-US" sz="3200" dirty="0" err="1"/>
              <a:t>Torvald</a:t>
            </a:r>
            <a:r>
              <a:rPr lang="en-US" sz="3200" dirty="0"/>
              <a:t> to aid in Linux kernel development</a:t>
            </a:r>
            <a:endParaRPr lang="en-US" sz="2800" dirty="0"/>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6</a:t>
            </a:fld>
            <a:endParaRPr lang="en-GB" noProof="0" dirty="0"/>
          </a:p>
        </p:txBody>
      </p:sp>
      <p:pic>
        <p:nvPicPr>
          <p:cNvPr id="8" name="Picture 7">
            <a:extLst>
              <a:ext uri="{FF2B5EF4-FFF2-40B4-BE49-F238E27FC236}">
                <a16:creationId xmlns:a16="http://schemas.microsoft.com/office/drawing/2014/main" id="{4C465D11-7581-404F-9B1D-626A7FD25FA4}"/>
              </a:ext>
            </a:extLst>
          </p:cNvPr>
          <p:cNvPicPr>
            <a:picLocks noChangeAspect="1"/>
          </p:cNvPicPr>
          <p:nvPr/>
        </p:nvPicPr>
        <p:blipFill>
          <a:blip r:embed="rId3"/>
          <a:stretch>
            <a:fillRect/>
          </a:stretch>
        </p:blipFill>
        <p:spPr>
          <a:xfrm>
            <a:off x="1743282" y="3689057"/>
            <a:ext cx="2438400" cy="2438400"/>
          </a:xfrm>
          <a:prstGeom prst="rect">
            <a:avLst/>
          </a:prstGeom>
        </p:spPr>
      </p:pic>
      <p:pic>
        <p:nvPicPr>
          <p:cNvPr id="9" name="Picture 8">
            <a:extLst>
              <a:ext uri="{FF2B5EF4-FFF2-40B4-BE49-F238E27FC236}">
                <a16:creationId xmlns:a16="http://schemas.microsoft.com/office/drawing/2014/main" id="{4A701E21-03CB-43DC-8E6E-9B4C793A5830}"/>
              </a:ext>
            </a:extLst>
          </p:cNvPr>
          <p:cNvPicPr>
            <a:picLocks noChangeAspect="1"/>
          </p:cNvPicPr>
          <p:nvPr/>
        </p:nvPicPr>
        <p:blipFill>
          <a:blip r:embed="rId4"/>
          <a:stretch>
            <a:fillRect/>
          </a:stretch>
        </p:blipFill>
        <p:spPr>
          <a:xfrm>
            <a:off x="5160286" y="1647561"/>
            <a:ext cx="6722050" cy="4450246"/>
          </a:xfrm>
          <a:prstGeom prst="rect">
            <a:avLst/>
          </a:prstGeom>
        </p:spPr>
      </p:pic>
    </p:spTree>
    <p:extLst>
      <p:ext uri="{BB962C8B-B14F-4D97-AF65-F5344CB8AC3E}">
        <p14:creationId xmlns:p14="http://schemas.microsoft.com/office/powerpoint/2010/main" val="703408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git?</a:t>
            </a:r>
            <a:endParaRPr lang="lt-LT" dirty="0"/>
          </a:p>
        </p:txBody>
      </p:sp>
      <p:sp>
        <p:nvSpPr>
          <p:cNvPr id="3" name="Content Placeholder 2"/>
          <p:cNvSpPr>
            <a:spLocks noGrp="1"/>
          </p:cNvSpPr>
          <p:nvPr>
            <p:ph idx="1"/>
          </p:nvPr>
        </p:nvSpPr>
        <p:spPr>
          <a:xfrm>
            <a:off x="809624" y="1533905"/>
            <a:ext cx="10621963" cy="4310304"/>
          </a:xfrm>
        </p:spPr>
        <p:txBody>
          <a:bodyPr/>
          <a:lstStyle/>
          <a:p>
            <a:r>
              <a:rPr lang="en-US" sz="3200" dirty="0"/>
              <a:t>Git isn’t the only version control system</a:t>
            </a:r>
            <a:endParaRPr lang="en-US" sz="2800" dirty="0"/>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7</a:t>
            </a:fld>
            <a:endParaRPr lang="en-GB" noProof="0" dirty="0"/>
          </a:p>
        </p:txBody>
      </p:sp>
      <p:pic>
        <p:nvPicPr>
          <p:cNvPr id="7" name="Picture 6">
            <a:extLst>
              <a:ext uri="{FF2B5EF4-FFF2-40B4-BE49-F238E27FC236}">
                <a16:creationId xmlns:a16="http://schemas.microsoft.com/office/drawing/2014/main" id="{534B2624-37C7-41CF-BD65-12C3B2CCE924}"/>
              </a:ext>
            </a:extLst>
          </p:cNvPr>
          <p:cNvPicPr>
            <a:picLocks noChangeAspect="1"/>
          </p:cNvPicPr>
          <p:nvPr/>
        </p:nvPicPr>
        <p:blipFill>
          <a:blip r:embed="rId3"/>
          <a:stretch>
            <a:fillRect/>
          </a:stretch>
        </p:blipFill>
        <p:spPr>
          <a:xfrm>
            <a:off x="4385142" y="2561431"/>
            <a:ext cx="6302828" cy="2202527"/>
          </a:xfrm>
          <a:prstGeom prst="rect">
            <a:avLst/>
          </a:prstGeom>
        </p:spPr>
      </p:pic>
      <p:pic>
        <p:nvPicPr>
          <p:cNvPr id="9" name="Picture 8">
            <a:extLst>
              <a:ext uri="{FF2B5EF4-FFF2-40B4-BE49-F238E27FC236}">
                <a16:creationId xmlns:a16="http://schemas.microsoft.com/office/drawing/2014/main" id="{875C20F6-9A64-4E1E-992A-32DD97063D3A}"/>
              </a:ext>
            </a:extLst>
          </p:cNvPr>
          <p:cNvPicPr>
            <a:picLocks noChangeAspect="1"/>
          </p:cNvPicPr>
          <p:nvPr/>
        </p:nvPicPr>
        <p:blipFill>
          <a:blip r:embed="rId4"/>
          <a:stretch>
            <a:fillRect/>
          </a:stretch>
        </p:blipFill>
        <p:spPr>
          <a:xfrm>
            <a:off x="1250057" y="2561431"/>
            <a:ext cx="2730378" cy="2451440"/>
          </a:xfrm>
          <a:prstGeom prst="rect">
            <a:avLst/>
          </a:prstGeom>
        </p:spPr>
      </p:pic>
    </p:spTree>
    <p:extLst>
      <p:ext uri="{BB962C8B-B14F-4D97-AF65-F5344CB8AC3E}">
        <p14:creationId xmlns:p14="http://schemas.microsoft.com/office/powerpoint/2010/main" val="536563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 r="4"/>
          <a:stretch>
            <a:fillRect/>
          </a:stretch>
        </p:blipFill>
        <p:spPr/>
      </p:pic>
      <p:sp>
        <p:nvSpPr>
          <p:cNvPr id="7" name="Title 6"/>
          <p:cNvSpPr>
            <a:spLocks noGrp="1"/>
          </p:cNvSpPr>
          <p:nvPr>
            <p:ph type="ctrTitle"/>
          </p:nvPr>
        </p:nvSpPr>
        <p:spPr/>
        <p:txBody>
          <a:bodyPr/>
          <a:lstStyle/>
          <a:p>
            <a:r>
              <a:rPr lang="en-US"/>
              <a:t>2</a:t>
            </a:r>
            <a:r>
              <a:rPr lang="lt-LT"/>
              <a:t>. </a:t>
            </a:r>
            <a:r>
              <a:rPr lang="en-US" dirty="0"/>
              <a:t>How does git work?</a:t>
            </a:r>
            <a:endParaRPr lang="en-GB" dirty="0"/>
          </a:p>
        </p:txBody>
      </p:sp>
      <p:sp>
        <p:nvSpPr>
          <p:cNvPr id="8" name="Subtitle 7"/>
          <p:cNvSpPr>
            <a:spLocks noGrp="1"/>
          </p:cNvSpPr>
          <p:nvPr>
            <p:ph type="subTitle" idx="1"/>
          </p:nvPr>
        </p:nvSpPr>
        <p:spPr/>
        <p:txBody>
          <a:bodyPr/>
          <a:lstStyle/>
          <a:p>
            <a:pPr>
              <a:buNone/>
            </a:pPr>
            <a:endParaRPr lang="en-GB" dirty="0"/>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24C8C45C-947F-4981-8B3F-4F32E973C901}" type="slidenum">
              <a:rPr lang="en-GB" smtClean="0"/>
              <a:pPr/>
              <a:t>8</a:t>
            </a:fld>
            <a:endParaRPr lang="en-GB" dirty="0"/>
          </a:p>
        </p:txBody>
      </p:sp>
    </p:spTree>
    <p:extLst>
      <p:ext uri="{BB962C8B-B14F-4D97-AF65-F5344CB8AC3E}">
        <p14:creationId xmlns:p14="http://schemas.microsoft.com/office/powerpoint/2010/main" val="31804005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Snapshots, Not Differences</a:t>
            </a:r>
          </a:p>
        </p:txBody>
      </p:sp>
      <p:pic>
        <p:nvPicPr>
          <p:cNvPr id="9" name="Content Placeholder 8">
            <a:extLst>
              <a:ext uri="{FF2B5EF4-FFF2-40B4-BE49-F238E27FC236}">
                <a16:creationId xmlns:a16="http://schemas.microsoft.com/office/drawing/2014/main" id="{D50C0C14-A2FB-45CC-85B3-F2F9FCBD0E72}"/>
              </a:ext>
            </a:extLst>
          </p:cNvPr>
          <p:cNvPicPr>
            <a:picLocks noGrp="1" noChangeAspect="1"/>
          </p:cNvPicPr>
          <p:nvPr>
            <p:ph idx="1"/>
          </p:nvPr>
        </p:nvPicPr>
        <p:blipFill>
          <a:blip r:embed="rId3"/>
          <a:stretch>
            <a:fillRect/>
          </a:stretch>
        </p:blipFill>
        <p:spPr>
          <a:xfrm>
            <a:off x="2058963" y="1114789"/>
            <a:ext cx="6958578" cy="2781363"/>
          </a:xfrm>
        </p:spPr>
      </p:pic>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9</a:t>
            </a:fld>
            <a:endParaRPr lang="en-GB" noProof="0" dirty="0"/>
          </a:p>
        </p:txBody>
      </p:sp>
      <p:sp>
        <p:nvSpPr>
          <p:cNvPr id="14" name="Content Placeholder 2">
            <a:extLst>
              <a:ext uri="{FF2B5EF4-FFF2-40B4-BE49-F238E27FC236}">
                <a16:creationId xmlns:a16="http://schemas.microsoft.com/office/drawing/2014/main" id="{F5BE7795-CFAF-4D57-A8EA-D1C53AF34D71}"/>
              </a:ext>
            </a:extLst>
          </p:cNvPr>
          <p:cNvSpPr txBox="1">
            <a:spLocks/>
          </p:cNvSpPr>
          <p:nvPr/>
        </p:nvSpPr>
        <p:spPr>
          <a:xfrm>
            <a:off x="192769" y="3988341"/>
            <a:ext cx="11650541" cy="2166327"/>
          </a:xfrm>
          <a:prstGeom prst="rect">
            <a:avLst/>
          </a:prstGeom>
        </p:spPr>
        <p:txBody>
          <a:bodyPr vert="horz" lIns="0" tIns="0" rIns="0" bIns="0" rtlCol="0">
            <a:noAutofit/>
          </a:bodyPr>
          <a:lstStyle>
            <a:lvl1pPr marL="216000" indent="-216000" algn="l" defTabSz="914400" rtl="0" eaLnBrk="1" latinLnBrk="0" hangingPunct="1">
              <a:lnSpc>
                <a:spcPct val="100000"/>
              </a:lnSpc>
              <a:spcBef>
                <a:spcPts val="8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396000" indent="-1800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576000" indent="-180000" algn="l" defTabSz="914400" rtl="0" eaLnBrk="1" latinLnBrk="0" hangingPunct="1">
              <a:lnSpc>
                <a:spcPct val="100000"/>
              </a:lnSpc>
              <a:spcBef>
                <a:spcPts val="800"/>
              </a:spcBef>
              <a:buFont typeface="Arial" panose="020B0604020202020204" pitchFamily="34" charset="0"/>
              <a:buChar char="•"/>
              <a:defRPr sz="1600" kern="1200">
                <a:solidFill>
                  <a:schemeClr val="tx1"/>
                </a:solidFill>
                <a:latin typeface="+mn-lt"/>
                <a:ea typeface="+mn-ea"/>
                <a:cs typeface="+mn-cs"/>
              </a:defRPr>
            </a:lvl3pPr>
            <a:lvl4pPr marL="75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4pPr>
            <a:lvl5pPr marL="93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5pPr>
            <a:lvl6pPr marL="93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6pPr>
            <a:lvl7pPr marL="936000" indent="-180000" algn="l" defTabSz="914400" rtl="0" eaLnBrk="1" latinLnBrk="0" hangingPunct="1">
              <a:lnSpc>
                <a:spcPct val="100000"/>
              </a:lnSpc>
              <a:spcBef>
                <a:spcPts val="800"/>
              </a:spcBef>
              <a:buFont typeface="Arial" panose="020B0604020202020204" pitchFamily="34" charset="0"/>
              <a:buChar char="•"/>
              <a:defRPr sz="1400" kern="1200" baseline="0">
                <a:solidFill>
                  <a:schemeClr val="tx1"/>
                </a:solidFill>
                <a:latin typeface="+mn-lt"/>
                <a:ea typeface="+mn-ea"/>
                <a:cs typeface="+mn-cs"/>
              </a:defRPr>
            </a:lvl7pPr>
            <a:lvl8pPr marL="93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8pPr>
            <a:lvl9pPr marL="936000" indent="-180000" algn="l" defTabSz="914400" rtl="0" eaLnBrk="1" latinLnBrk="0" hangingPunct="1">
              <a:lnSpc>
                <a:spcPct val="100000"/>
              </a:lnSpc>
              <a:spcBef>
                <a:spcPts val="800"/>
              </a:spcBef>
              <a:buFont typeface="Arial" panose="020B0604020202020204" pitchFamily="34" charset="0"/>
              <a:buChar char="•"/>
              <a:defRPr sz="1400" kern="1200" baseline="0">
                <a:solidFill>
                  <a:schemeClr val="tx1"/>
                </a:solidFill>
                <a:latin typeface="+mn-lt"/>
                <a:ea typeface="+mn-ea"/>
                <a:cs typeface="+mn-cs"/>
              </a:defRPr>
            </a:lvl9pPr>
          </a:lstStyle>
          <a:p>
            <a:pPr marL="285750" indent="-285750">
              <a:buFont typeface="Arial" panose="020B0604020202020204" pitchFamily="34" charset="0"/>
              <a:buChar char="•"/>
            </a:pPr>
            <a:r>
              <a:rPr lang="en-US" sz="3200" dirty="0"/>
              <a:t>Git thinks about its data more like a </a:t>
            </a:r>
            <a:r>
              <a:rPr lang="en-US" sz="3200" b="1" dirty="0"/>
              <a:t>stream of snapshots</a:t>
            </a:r>
            <a:r>
              <a:rPr lang="en-US" sz="3200" dirty="0"/>
              <a:t>.</a:t>
            </a:r>
            <a:endParaRPr lang="lt-LT" sz="3200" dirty="0"/>
          </a:p>
          <a:p>
            <a:pPr marL="285750" indent="-285750">
              <a:buFont typeface="Arial" panose="020B0604020202020204" pitchFamily="34" charset="0"/>
              <a:buChar char="•"/>
            </a:pPr>
            <a:r>
              <a:rPr lang="en-US" sz="3200" dirty="0"/>
              <a:t>With Git, every time you commit, or save the state of your project, Git basically takes a picture of what all your files look like at that moment and stores a reference to that snapshot</a:t>
            </a:r>
          </a:p>
          <a:p>
            <a:endParaRPr lang="en-US" sz="3200" dirty="0"/>
          </a:p>
        </p:txBody>
      </p:sp>
    </p:spTree>
    <p:extLst>
      <p:ext uri="{BB962C8B-B14F-4D97-AF65-F5344CB8AC3E}">
        <p14:creationId xmlns:p14="http://schemas.microsoft.com/office/powerpoint/2010/main" val="26015611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Three States</a:t>
            </a:r>
          </a:p>
        </p:txBody>
      </p:sp>
      <p:sp>
        <p:nvSpPr>
          <p:cNvPr id="3" name="Content Placeholder 2"/>
          <p:cNvSpPr>
            <a:spLocks noGrp="1"/>
          </p:cNvSpPr>
          <p:nvPr>
            <p:ph idx="1"/>
          </p:nvPr>
        </p:nvSpPr>
        <p:spPr>
          <a:xfrm>
            <a:off x="564204" y="3980581"/>
            <a:ext cx="10953345" cy="1863628"/>
          </a:xfrm>
        </p:spPr>
        <p:txBody>
          <a:bodyPr/>
          <a:lstStyle/>
          <a:p>
            <a:pPr>
              <a:buFont typeface="Arial" panose="020B0604020202020204" pitchFamily="34" charset="0"/>
              <a:buChar char="•"/>
            </a:pPr>
            <a:r>
              <a:rPr lang="en-US" sz="2400" b="1" dirty="0"/>
              <a:t>Modified</a:t>
            </a:r>
            <a:r>
              <a:rPr lang="en-US" sz="2400" dirty="0"/>
              <a:t> </a:t>
            </a:r>
            <a:r>
              <a:rPr lang="lt-LT" sz="2400" dirty="0"/>
              <a:t>– </a:t>
            </a:r>
            <a:r>
              <a:rPr lang="en-US" sz="2400" dirty="0"/>
              <a:t>means that you have changed the file but have not committed it to your database yet.</a:t>
            </a:r>
          </a:p>
          <a:p>
            <a:pPr>
              <a:buFont typeface="Arial" panose="020B0604020202020204" pitchFamily="34" charset="0"/>
              <a:buChar char="•"/>
            </a:pPr>
            <a:r>
              <a:rPr lang="en-US" sz="2400" b="1" dirty="0"/>
              <a:t>Staged</a:t>
            </a:r>
            <a:r>
              <a:rPr lang="en-US" sz="2400" dirty="0"/>
              <a:t> </a:t>
            </a:r>
            <a:r>
              <a:rPr lang="lt-LT" sz="2400" dirty="0"/>
              <a:t>– </a:t>
            </a:r>
            <a:r>
              <a:rPr lang="en-US" sz="2400" dirty="0"/>
              <a:t>means that you have marked a modified file in its current version to go into your next commit snapshot.</a:t>
            </a:r>
          </a:p>
          <a:p>
            <a:pPr>
              <a:buFont typeface="Arial" panose="020B0604020202020204" pitchFamily="34" charset="0"/>
              <a:buChar char="•"/>
            </a:pPr>
            <a:r>
              <a:rPr lang="en-US" sz="2400" b="1" dirty="0"/>
              <a:t>Committed</a:t>
            </a:r>
            <a:r>
              <a:rPr lang="en-US" sz="2400" dirty="0"/>
              <a:t> </a:t>
            </a:r>
            <a:r>
              <a:rPr lang="lt-LT" sz="2400" dirty="0"/>
              <a:t>– </a:t>
            </a:r>
            <a:r>
              <a:rPr lang="en-US" sz="2400" dirty="0"/>
              <a:t>means that the data is safely stored in your local database.</a:t>
            </a:r>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10</a:t>
            </a:fld>
            <a:endParaRPr lang="en-GB" noProof="0" dirty="0"/>
          </a:p>
        </p:txBody>
      </p:sp>
      <p:pic>
        <p:nvPicPr>
          <p:cNvPr id="8" name="Picture 7">
            <a:extLst>
              <a:ext uri="{FF2B5EF4-FFF2-40B4-BE49-F238E27FC236}">
                <a16:creationId xmlns:a16="http://schemas.microsoft.com/office/drawing/2014/main" id="{ADE535EE-978A-4356-AF62-049D3F4F7ADB}"/>
              </a:ext>
            </a:extLst>
          </p:cNvPr>
          <p:cNvPicPr>
            <a:picLocks noChangeAspect="1"/>
          </p:cNvPicPr>
          <p:nvPr/>
        </p:nvPicPr>
        <p:blipFill>
          <a:blip r:embed="rId3"/>
          <a:stretch>
            <a:fillRect/>
          </a:stretch>
        </p:blipFill>
        <p:spPr>
          <a:xfrm>
            <a:off x="2679937" y="1026709"/>
            <a:ext cx="5335655" cy="2878020"/>
          </a:xfrm>
          <a:prstGeom prst="rect">
            <a:avLst/>
          </a:prstGeom>
        </p:spPr>
      </p:pic>
    </p:spTree>
    <p:extLst>
      <p:ext uri="{BB962C8B-B14F-4D97-AF65-F5344CB8AC3E}">
        <p14:creationId xmlns:p14="http://schemas.microsoft.com/office/powerpoint/2010/main" val="734220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lt-LT" dirty="0" err="1"/>
              <a:t>Commit</a:t>
            </a:r>
            <a:endParaRPr lang="lt-LT" dirty="0">
              <a:solidFill>
                <a:srgbClr val="0070C0"/>
              </a:solidFill>
            </a:endParaRPr>
          </a:p>
        </p:txBody>
      </p:sp>
      <p:sp>
        <p:nvSpPr>
          <p:cNvPr id="3" name="Content Placeholder 2"/>
          <p:cNvSpPr>
            <a:spLocks noGrp="1"/>
          </p:cNvSpPr>
          <p:nvPr>
            <p:ph idx="1"/>
          </p:nvPr>
        </p:nvSpPr>
        <p:spPr>
          <a:xfrm>
            <a:off x="785018" y="2442226"/>
            <a:ext cx="10621963" cy="3655486"/>
          </a:xfrm>
        </p:spPr>
        <p:txBody>
          <a:bodyPr/>
          <a:lstStyle/>
          <a:p>
            <a:r>
              <a:rPr lang="en-US" sz="3200" dirty="0"/>
              <a:t>Essentially, a project is made up of a bunch of commits</a:t>
            </a:r>
          </a:p>
          <a:p>
            <a:r>
              <a:rPr lang="en-US" sz="3200" dirty="0"/>
              <a:t>Commits contain three pieces of information:</a:t>
            </a:r>
          </a:p>
          <a:p>
            <a:pPr marL="730350" lvl="1" indent="-514350">
              <a:buFont typeface="+mj-lt"/>
              <a:buAutoNum type="arabicPeriod"/>
            </a:pPr>
            <a:r>
              <a:rPr lang="en-US" sz="2800" dirty="0"/>
              <a:t>Information about how the ﬁles changed from previously</a:t>
            </a:r>
          </a:p>
          <a:p>
            <a:pPr marL="730350" lvl="1" indent="-514350">
              <a:buFont typeface="+mj-lt"/>
              <a:buAutoNum type="arabicPeriod"/>
            </a:pPr>
            <a:r>
              <a:rPr lang="en-US" sz="2800" dirty="0"/>
              <a:t>A reference to the commit that came before it</a:t>
            </a:r>
            <a:r>
              <a:rPr lang="lt-LT" sz="2800" dirty="0"/>
              <a:t>.</a:t>
            </a:r>
            <a:r>
              <a:rPr lang="en-US" sz="2800" dirty="0"/>
              <a:t> “parent commit”</a:t>
            </a:r>
          </a:p>
          <a:p>
            <a:pPr marL="730350" lvl="1" indent="-514350">
              <a:buFont typeface="+mj-lt"/>
              <a:buAutoNum type="arabicPeriod"/>
            </a:pPr>
            <a:r>
              <a:rPr lang="en-US" sz="2800" dirty="0"/>
              <a:t>A SHA-1 hash looks something like this:</a:t>
            </a:r>
            <a:r>
              <a:rPr lang="en-US" sz="2400" dirty="0"/>
              <a:t> fb2d2ec5069fc6776c80b3ad6b7cbde3cade4e </a:t>
            </a:r>
            <a:endParaRPr lang="lt-LT" sz="2400" b="1" u="sng" dirty="0">
              <a:solidFill>
                <a:schemeClr val="accent1"/>
              </a:solidFill>
            </a:endParaRPr>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11</a:t>
            </a:fld>
            <a:endParaRPr lang="en-GB" noProof="0" dirty="0"/>
          </a:p>
        </p:txBody>
      </p:sp>
      <p:pic>
        <p:nvPicPr>
          <p:cNvPr id="11" name="Picture 10">
            <a:extLst>
              <a:ext uri="{FF2B5EF4-FFF2-40B4-BE49-F238E27FC236}">
                <a16:creationId xmlns:a16="http://schemas.microsoft.com/office/drawing/2014/main" id="{D626020D-F681-4D32-B524-EB33EC6E50F1}"/>
              </a:ext>
            </a:extLst>
          </p:cNvPr>
          <p:cNvPicPr>
            <a:picLocks noChangeAspect="1"/>
          </p:cNvPicPr>
          <p:nvPr/>
        </p:nvPicPr>
        <p:blipFill>
          <a:blip r:embed="rId3"/>
          <a:stretch>
            <a:fillRect/>
          </a:stretch>
        </p:blipFill>
        <p:spPr>
          <a:xfrm>
            <a:off x="3629949" y="1155218"/>
            <a:ext cx="5669278" cy="1033316"/>
          </a:xfrm>
          <a:prstGeom prst="rect">
            <a:avLst/>
          </a:prstGeom>
        </p:spPr>
      </p:pic>
      <p:sp>
        <p:nvSpPr>
          <p:cNvPr id="12" name="Rectangle 1">
            <a:extLst>
              <a:ext uri="{FF2B5EF4-FFF2-40B4-BE49-F238E27FC236}">
                <a16:creationId xmlns:a16="http://schemas.microsoft.com/office/drawing/2014/main" id="{62664F74-B9E6-46A2-8C16-9B2213710F7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Arial Unicode MS"/>
              </a:rPr>
              <a:t>24b9da6552252987aa493b52f8696cd6d3b00373</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85579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lt-LT" dirty="0" err="1"/>
              <a:t>Repositories</a:t>
            </a:r>
            <a:endParaRPr lang="lt-LT" dirty="0">
              <a:solidFill>
                <a:srgbClr val="0070C0"/>
              </a:solidFill>
            </a:endParaRPr>
          </a:p>
        </p:txBody>
      </p:sp>
      <p:sp>
        <p:nvSpPr>
          <p:cNvPr id="3" name="Content Placeholder 2"/>
          <p:cNvSpPr>
            <a:spLocks noGrp="1"/>
          </p:cNvSpPr>
          <p:nvPr>
            <p:ph idx="1"/>
          </p:nvPr>
        </p:nvSpPr>
        <p:spPr>
          <a:xfrm>
            <a:off x="809624" y="1533905"/>
            <a:ext cx="7047707" cy="4310304"/>
          </a:xfrm>
        </p:spPr>
        <p:txBody>
          <a:bodyPr/>
          <a:lstStyle/>
          <a:p>
            <a:r>
              <a:rPr lang="en-US" sz="2800" dirty="0"/>
              <a:t>You typically obtain a Git repository in one of two ways:</a:t>
            </a:r>
          </a:p>
          <a:p>
            <a:pPr lvl="1"/>
            <a:r>
              <a:rPr lang="en-US" sz="2400" dirty="0"/>
              <a:t>You can take a local directory that is currently not under version control, and turn it into a Git repository, or</a:t>
            </a:r>
          </a:p>
          <a:p>
            <a:pPr lvl="1"/>
            <a:r>
              <a:rPr lang="en-US" sz="2400" dirty="0"/>
              <a:t>You can </a:t>
            </a:r>
            <a:r>
              <a:rPr lang="en-US" sz="2400" i="1" dirty="0"/>
              <a:t>clone</a:t>
            </a:r>
            <a:r>
              <a:rPr lang="en-US" sz="2400" dirty="0"/>
              <a:t> an existing Git repository from elsewhere.</a:t>
            </a:r>
          </a:p>
          <a:p>
            <a:r>
              <a:rPr lang="en-US" sz="2800" dirty="0"/>
              <a:t>In either case, you end up with a Git repository on your local machine, ready for work.</a:t>
            </a:r>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12</a:t>
            </a:fld>
            <a:endParaRPr lang="en-GB" noProof="0" dirty="0"/>
          </a:p>
        </p:txBody>
      </p:sp>
      <p:pic>
        <p:nvPicPr>
          <p:cNvPr id="8" name="Picture 7">
            <a:extLst>
              <a:ext uri="{FF2B5EF4-FFF2-40B4-BE49-F238E27FC236}">
                <a16:creationId xmlns:a16="http://schemas.microsoft.com/office/drawing/2014/main" id="{B4CBCE7D-3CEE-4142-B8F1-E9C6090CC9CA}"/>
              </a:ext>
            </a:extLst>
          </p:cNvPr>
          <p:cNvPicPr>
            <a:picLocks noChangeAspect="1"/>
          </p:cNvPicPr>
          <p:nvPr/>
        </p:nvPicPr>
        <p:blipFill>
          <a:blip r:embed="rId3"/>
          <a:stretch>
            <a:fillRect/>
          </a:stretch>
        </p:blipFill>
        <p:spPr>
          <a:xfrm>
            <a:off x="7999462" y="1407205"/>
            <a:ext cx="2755546" cy="4213507"/>
          </a:xfrm>
          <a:prstGeom prst="rect">
            <a:avLst/>
          </a:prstGeom>
        </p:spPr>
      </p:pic>
    </p:spTree>
    <p:extLst>
      <p:ext uri="{BB962C8B-B14F-4D97-AF65-F5344CB8AC3E}">
        <p14:creationId xmlns:p14="http://schemas.microsoft.com/office/powerpoint/2010/main" val="3165960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lt-LT" dirty="0" err="1"/>
              <a:t>Branching</a:t>
            </a:r>
            <a:endParaRPr lang="lt-LT" dirty="0">
              <a:solidFill>
                <a:srgbClr val="0070C0"/>
              </a:solidFill>
            </a:endParaRPr>
          </a:p>
        </p:txBody>
      </p:sp>
      <p:sp>
        <p:nvSpPr>
          <p:cNvPr id="3" name="Content Placeholder 2"/>
          <p:cNvSpPr>
            <a:spLocks noGrp="1"/>
          </p:cNvSpPr>
          <p:nvPr>
            <p:ph idx="1"/>
          </p:nvPr>
        </p:nvSpPr>
        <p:spPr>
          <a:xfrm>
            <a:off x="785018" y="4070813"/>
            <a:ext cx="10621963" cy="1754044"/>
          </a:xfrm>
        </p:spPr>
        <p:txBody>
          <a:bodyPr/>
          <a:lstStyle/>
          <a:p>
            <a:r>
              <a:rPr lang="en-US" sz="2800" dirty="0"/>
              <a:t>Branching means you diverge from the main line of development and continue to do work without messing with that main line</a:t>
            </a:r>
            <a:endParaRPr lang="lt-LT" sz="2800" dirty="0"/>
          </a:p>
          <a:p>
            <a:r>
              <a:rPr lang="en-US" sz="2800" dirty="0"/>
              <a:t>All commits in git live on some branch</a:t>
            </a:r>
          </a:p>
          <a:p>
            <a:r>
              <a:rPr lang="lt-LT" sz="2800" dirty="0"/>
              <a:t>T</a:t>
            </a:r>
            <a:r>
              <a:rPr lang="en-US" sz="2800" dirty="0"/>
              <a:t>here can be many, many branches</a:t>
            </a:r>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13</a:t>
            </a:fld>
            <a:endParaRPr lang="en-GB" noProof="0" dirty="0"/>
          </a:p>
        </p:txBody>
      </p:sp>
      <p:pic>
        <p:nvPicPr>
          <p:cNvPr id="8" name="Picture 7">
            <a:extLst>
              <a:ext uri="{FF2B5EF4-FFF2-40B4-BE49-F238E27FC236}">
                <a16:creationId xmlns:a16="http://schemas.microsoft.com/office/drawing/2014/main" id="{9CBBB341-17D5-4066-AAA4-5903A61CFADE}"/>
              </a:ext>
            </a:extLst>
          </p:cNvPr>
          <p:cNvPicPr>
            <a:picLocks noChangeAspect="1"/>
          </p:cNvPicPr>
          <p:nvPr/>
        </p:nvPicPr>
        <p:blipFill>
          <a:blip r:embed="rId3"/>
          <a:stretch>
            <a:fillRect/>
          </a:stretch>
        </p:blipFill>
        <p:spPr>
          <a:xfrm>
            <a:off x="2996451" y="523831"/>
            <a:ext cx="6572349" cy="3546982"/>
          </a:xfrm>
          <a:prstGeom prst="rect">
            <a:avLst/>
          </a:prstGeom>
        </p:spPr>
      </p:pic>
    </p:spTree>
    <p:extLst>
      <p:ext uri="{BB962C8B-B14F-4D97-AF65-F5344CB8AC3E}">
        <p14:creationId xmlns:p14="http://schemas.microsoft.com/office/powerpoint/2010/main" val="3167219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lt-LT" dirty="0" err="1"/>
              <a:t>Merging</a:t>
            </a:r>
            <a:endParaRPr lang="lt-LT" dirty="0">
              <a:solidFill>
                <a:srgbClr val="0070C0"/>
              </a:solidFill>
            </a:endParaRPr>
          </a:p>
        </p:txBody>
      </p:sp>
      <p:sp>
        <p:nvSpPr>
          <p:cNvPr id="3" name="Content Placeholder 2"/>
          <p:cNvSpPr>
            <a:spLocks noGrp="1"/>
          </p:cNvSpPr>
          <p:nvPr>
            <p:ph idx="1"/>
          </p:nvPr>
        </p:nvSpPr>
        <p:spPr>
          <a:xfrm>
            <a:off x="840070" y="3931475"/>
            <a:ext cx="10621963" cy="2155151"/>
          </a:xfrm>
        </p:spPr>
        <p:txBody>
          <a:bodyPr/>
          <a:lstStyle/>
          <a:p>
            <a:r>
              <a:rPr lang="en-US" sz="2800" dirty="0"/>
              <a:t>Git creates a new snapshot that results from this three-way merge and automatically creates a new commit that points to it.</a:t>
            </a:r>
            <a:endParaRPr lang="lt-LT" sz="2800" dirty="0"/>
          </a:p>
          <a:p>
            <a:r>
              <a:rPr lang="en-US" sz="2800" dirty="0"/>
              <a:t>This is referred to as a merge commit, and is special in that it has more than one parent.</a:t>
            </a:r>
            <a:endParaRPr lang="lt-LT" sz="2800" b="1" u="sng" dirty="0">
              <a:solidFill>
                <a:schemeClr val="accent1"/>
              </a:solidFill>
            </a:endParaRPr>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14</a:t>
            </a:fld>
            <a:endParaRPr lang="en-GB" noProof="0" dirty="0"/>
          </a:p>
        </p:txBody>
      </p:sp>
      <p:pic>
        <p:nvPicPr>
          <p:cNvPr id="8" name="Picture 7">
            <a:extLst>
              <a:ext uri="{FF2B5EF4-FFF2-40B4-BE49-F238E27FC236}">
                <a16:creationId xmlns:a16="http://schemas.microsoft.com/office/drawing/2014/main" id="{64B80614-4EB3-4598-9E65-5B9C5AE1479D}"/>
              </a:ext>
            </a:extLst>
          </p:cNvPr>
          <p:cNvPicPr>
            <a:picLocks noChangeAspect="1"/>
          </p:cNvPicPr>
          <p:nvPr/>
        </p:nvPicPr>
        <p:blipFill>
          <a:blip r:embed="rId3"/>
          <a:stretch>
            <a:fillRect/>
          </a:stretch>
        </p:blipFill>
        <p:spPr>
          <a:xfrm>
            <a:off x="1599160" y="1085412"/>
            <a:ext cx="8678818" cy="2603645"/>
          </a:xfrm>
          <a:prstGeom prst="rect">
            <a:avLst/>
          </a:prstGeom>
        </p:spPr>
      </p:pic>
    </p:spTree>
    <p:extLst>
      <p:ext uri="{BB962C8B-B14F-4D97-AF65-F5344CB8AC3E}">
        <p14:creationId xmlns:p14="http://schemas.microsoft.com/office/powerpoint/2010/main" val="27034270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lt-LT" dirty="0" err="1"/>
              <a:t>Rebasing</a:t>
            </a:r>
            <a:endParaRPr lang="lt-LT" dirty="0">
              <a:solidFill>
                <a:srgbClr val="0070C0"/>
              </a:solidFill>
            </a:endParaRPr>
          </a:p>
        </p:txBody>
      </p:sp>
      <p:sp>
        <p:nvSpPr>
          <p:cNvPr id="3" name="Content Placeholder 2"/>
          <p:cNvSpPr>
            <a:spLocks noGrp="1"/>
          </p:cNvSpPr>
          <p:nvPr>
            <p:ph idx="1"/>
          </p:nvPr>
        </p:nvSpPr>
        <p:spPr>
          <a:xfrm>
            <a:off x="797901" y="3813243"/>
            <a:ext cx="10621963" cy="2030965"/>
          </a:xfrm>
        </p:spPr>
        <p:txBody>
          <a:bodyPr/>
          <a:lstStyle/>
          <a:p>
            <a:r>
              <a:rPr lang="en-US" sz="2800" dirty="0"/>
              <a:t>With the</a:t>
            </a:r>
            <a:r>
              <a:rPr lang="lt-LT" sz="2800" dirty="0"/>
              <a:t> </a:t>
            </a:r>
            <a:r>
              <a:rPr lang="lt-LT" sz="2800" i="1" dirty="0" err="1"/>
              <a:t>rebase</a:t>
            </a:r>
            <a:r>
              <a:rPr lang="lt-LT" sz="2800" i="1" dirty="0"/>
              <a:t> </a:t>
            </a:r>
            <a:r>
              <a:rPr lang="en-US" sz="2800" dirty="0"/>
              <a:t>command, you can take all the changes that were committed on one branch and replay them on a different branch.</a:t>
            </a:r>
            <a:endParaRPr lang="lt-LT" sz="2800" b="1" u="sng" dirty="0">
              <a:solidFill>
                <a:schemeClr val="accent1"/>
              </a:solidFill>
            </a:endParaRPr>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15</a:t>
            </a:fld>
            <a:endParaRPr lang="en-GB" noProof="0" dirty="0"/>
          </a:p>
        </p:txBody>
      </p:sp>
      <p:pic>
        <p:nvPicPr>
          <p:cNvPr id="8" name="Picture 7">
            <a:extLst>
              <a:ext uri="{FF2B5EF4-FFF2-40B4-BE49-F238E27FC236}">
                <a16:creationId xmlns:a16="http://schemas.microsoft.com/office/drawing/2014/main" id="{5A8597AD-6E4B-48D0-9104-9F4D8DF78F99}"/>
              </a:ext>
            </a:extLst>
          </p:cNvPr>
          <p:cNvPicPr>
            <a:picLocks noChangeAspect="1"/>
          </p:cNvPicPr>
          <p:nvPr/>
        </p:nvPicPr>
        <p:blipFill>
          <a:blip r:embed="rId3"/>
          <a:stretch>
            <a:fillRect/>
          </a:stretch>
        </p:blipFill>
        <p:spPr>
          <a:xfrm>
            <a:off x="1451835" y="1007785"/>
            <a:ext cx="8781701" cy="2457772"/>
          </a:xfrm>
          <a:prstGeom prst="rect">
            <a:avLst/>
          </a:prstGeom>
        </p:spPr>
      </p:pic>
    </p:spTree>
    <p:extLst>
      <p:ext uri="{BB962C8B-B14F-4D97-AF65-F5344CB8AC3E}">
        <p14:creationId xmlns:p14="http://schemas.microsoft.com/office/powerpoint/2010/main" val="18404177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Git workflow</a:t>
            </a:r>
            <a:endParaRPr lang="lt-LT" dirty="0">
              <a:solidFill>
                <a:srgbClr val="0070C0"/>
              </a:solidFill>
            </a:endParaRPr>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16</a:t>
            </a:fld>
            <a:endParaRPr lang="en-GB" noProof="0" dirty="0"/>
          </a:p>
        </p:txBody>
      </p:sp>
      <p:pic>
        <p:nvPicPr>
          <p:cNvPr id="20" name="Content Placeholder 19">
            <a:extLst>
              <a:ext uri="{FF2B5EF4-FFF2-40B4-BE49-F238E27FC236}">
                <a16:creationId xmlns:a16="http://schemas.microsoft.com/office/drawing/2014/main" id="{C909A682-DB9C-4955-AB5B-A1955A4359A9}"/>
              </a:ext>
            </a:extLst>
          </p:cNvPr>
          <p:cNvPicPr>
            <a:picLocks noGrp="1" noChangeAspect="1"/>
          </p:cNvPicPr>
          <p:nvPr>
            <p:ph idx="1"/>
          </p:nvPr>
        </p:nvPicPr>
        <p:blipFill>
          <a:blip r:embed="rId3"/>
          <a:stretch>
            <a:fillRect/>
          </a:stretch>
        </p:blipFill>
        <p:spPr>
          <a:xfrm>
            <a:off x="784225" y="1338943"/>
            <a:ext cx="10272443" cy="5201651"/>
          </a:xfrm>
        </p:spPr>
      </p:pic>
    </p:spTree>
    <p:extLst>
      <p:ext uri="{BB962C8B-B14F-4D97-AF65-F5344CB8AC3E}">
        <p14:creationId xmlns:p14="http://schemas.microsoft.com/office/powerpoint/2010/main" val="8918914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Semantic Commit Messages</a:t>
            </a:r>
          </a:p>
        </p:txBody>
      </p:sp>
      <p:sp>
        <p:nvSpPr>
          <p:cNvPr id="3" name="Content Placeholder 2"/>
          <p:cNvSpPr>
            <a:spLocks noGrp="1"/>
          </p:cNvSpPr>
          <p:nvPr>
            <p:ph idx="1"/>
          </p:nvPr>
        </p:nvSpPr>
        <p:spPr>
          <a:xfrm>
            <a:off x="809624" y="1533905"/>
            <a:ext cx="10621963" cy="4310303"/>
          </a:xfrm>
        </p:spPr>
        <p:txBody>
          <a:bodyPr/>
          <a:lstStyle/>
          <a:p>
            <a:r>
              <a:rPr lang="en-US" sz="2400" dirty="0"/>
              <a:t>    feat: (new feature for the user, not a new feature for build script)</a:t>
            </a:r>
          </a:p>
          <a:p>
            <a:r>
              <a:rPr lang="en-US" sz="2400" dirty="0"/>
              <a:t>    fix: (bug fix for the user, not a fix to a build script)</a:t>
            </a:r>
          </a:p>
          <a:p>
            <a:r>
              <a:rPr lang="en-US" sz="2400" dirty="0"/>
              <a:t>    docs: (changes to the documentation)</a:t>
            </a:r>
          </a:p>
          <a:p>
            <a:r>
              <a:rPr lang="en-US" sz="2400" dirty="0"/>
              <a:t>    style: (formatting, missing semi colons, </a:t>
            </a:r>
            <a:r>
              <a:rPr lang="en-US" sz="2400" dirty="0" err="1"/>
              <a:t>etc</a:t>
            </a:r>
            <a:r>
              <a:rPr lang="en-US" sz="2400" dirty="0"/>
              <a:t>; no production code change)</a:t>
            </a:r>
          </a:p>
          <a:p>
            <a:r>
              <a:rPr lang="en-US" sz="2400" dirty="0"/>
              <a:t>    refactor: (refactoring production code, </a:t>
            </a:r>
            <a:r>
              <a:rPr lang="en-US" sz="2400" dirty="0" err="1"/>
              <a:t>eg.</a:t>
            </a:r>
            <a:r>
              <a:rPr lang="en-US" sz="2400" dirty="0"/>
              <a:t> renaming a variable)</a:t>
            </a:r>
          </a:p>
          <a:p>
            <a:r>
              <a:rPr lang="en-US" sz="2400" dirty="0"/>
              <a:t>    test: (adding missing tests, refactoring tests; no production code change)</a:t>
            </a:r>
          </a:p>
          <a:p>
            <a:r>
              <a:rPr lang="en-US" sz="2400" dirty="0"/>
              <a:t>    chore: (updating grunt tasks </a:t>
            </a:r>
            <a:r>
              <a:rPr lang="en-US" sz="2400" dirty="0" err="1"/>
              <a:t>etc</a:t>
            </a:r>
            <a:r>
              <a:rPr lang="en-US" sz="2400" dirty="0"/>
              <a:t>; no production code change)</a:t>
            </a:r>
            <a:endParaRPr lang="lt-LT" sz="2400" dirty="0"/>
          </a:p>
          <a:p>
            <a:endParaRPr lang="lt-LT" sz="2400" dirty="0"/>
          </a:p>
          <a:p>
            <a:pPr marL="0" indent="0">
              <a:buNone/>
            </a:pPr>
            <a:r>
              <a:rPr lang="lt-LT" sz="2400" dirty="0"/>
              <a:t>	</a:t>
            </a:r>
            <a:r>
              <a:rPr lang="en-US" sz="2400" dirty="0">
                <a:hlinkClick r:id="rId3"/>
              </a:rPr>
              <a:t>Semantic Commit Messages</a:t>
            </a:r>
            <a:r>
              <a:rPr lang="lt-LT" sz="2400" dirty="0"/>
              <a:t> </a:t>
            </a:r>
            <a:endParaRPr lang="en-US" sz="2400" dirty="0"/>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17</a:t>
            </a:fld>
            <a:endParaRPr lang="en-GB" noProof="0" dirty="0"/>
          </a:p>
        </p:txBody>
      </p:sp>
    </p:spTree>
    <p:extLst>
      <p:ext uri="{BB962C8B-B14F-4D97-AF65-F5344CB8AC3E}">
        <p14:creationId xmlns:p14="http://schemas.microsoft.com/office/powerpoint/2010/main" val="21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 r="4"/>
          <a:stretch>
            <a:fillRect/>
          </a:stretch>
        </p:blipFill>
        <p:spPr/>
      </p:pic>
      <p:sp>
        <p:nvSpPr>
          <p:cNvPr id="7" name="Title 6"/>
          <p:cNvSpPr>
            <a:spLocks noGrp="1"/>
          </p:cNvSpPr>
          <p:nvPr>
            <p:ph type="ctrTitle"/>
          </p:nvPr>
        </p:nvSpPr>
        <p:spPr/>
        <p:txBody>
          <a:bodyPr/>
          <a:lstStyle/>
          <a:p>
            <a:r>
              <a:rPr lang="en-US" dirty="0"/>
              <a:t>3</a:t>
            </a:r>
            <a:r>
              <a:rPr lang="lt-LT" dirty="0"/>
              <a:t>. </a:t>
            </a:r>
            <a:r>
              <a:rPr lang="lt-LT" dirty="0" err="1"/>
              <a:t>Install</a:t>
            </a:r>
            <a:r>
              <a:rPr lang="lt-LT" dirty="0"/>
              <a:t> </a:t>
            </a:r>
            <a:r>
              <a:rPr lang="lt-LT" dirty="0" err="1"/>
              <a:t>git</a:t>
            </a:r>
            <a:r>
              <a:rPr lang="en-US" dirty="0"/>
              <a:t> and create a GitHub account</a:t>
            </a:r>
            <a:endParaRPr lang="en-GB" dirty="0"/>
          </a:p>
        </p:txBody>
      </p:sp>
      <p:sp>
        <p:nvSpPr>
          <p:cNvPr id="8" name="Subtitle 7"/>
          <p:cNvSpPr>
            <a:spLocks noGrp="1"/>
          </p:cNvSpPr>
          <p:nvPr>
            <p:ph type="subTitle" idx="1"/>
          </p:nvPr>
        </p:nvSpPr>
        <p:spPr/>
        <p:txBody>
          <a:bodyPr/>
          <a:lstStyle/>
          <a:p>
            <a:pPr>
              <a:buNone/>
            </a:pPr>
            <a:endParaRPr lang="en-GB" dirty="0"/>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24C8C45C-947F-4981-8B3F-4F32E973C901}" type="slidenum">
              <a:rPr lang="en-GB" smtClean="0"/>
              <a:pPr/>
              <a:t>18</a:t>
            </a:fld>
            <a:endParaRPr lang="en-GB" dirty="0"/>
          </a:p>
        </p:txBody>
      </p:sp>
    </p:spTree>
    <p:extLst>
      <p:ext uri="{BB962C8B-B14F-4D97-AF65-F5344CB8AC3E}">
        <p14:creationId xmlns:p14="http://schemas.microsoft.com/office/powerpoint/2010/main" val="29559264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lt-LT" dirty="0" err="1"/>
              <a:t>Install</a:t>
            </a:r>
            <a:r>
              <a:rPr lang="lt-LT" dirty="0"/>
              <a:t> </a:t>
            </a:r>
            <a:r>
              <a:rPr lang="lt-LT" dirty="0" err="1"/>
              <a:t>git</a:t>
            </a:r>
            <a:endParaRPr lang="lt-LT" dirty="0"/>
          </a:p>
        </p:txBody>
      </p:sp>
      <p:sp>
        <p:nvSpPr>
          <p:cNvPr id="3" name="Content Placeholder 2"/>
          <p:cNvSpPr>
            <a:spLocks noGrp="1"/>
          </p:cNvSpPr>
          <p:nvPr>
            <p:ph idx="1"/>
          </p:nvPr>
        </p:nvSpPr>
        <p:spPr>
          <a:xfrm>
            <a:off x="809624" y="1828801"/>
            <a:ext cx="10621963" cy="4015408"/>
          </a:xfrm>
        </p:spPr>
        <p:txBody>
          <a:bodyPr/>
          <a:lstStyle/>
          <a:p>
            <a:r>
              <a:rPr lang="en-US" dirty="0">
                <a:hlinkClick r:id="rId3"/>
              </a:rPr>
              <a:t>https://git-scm.com/downloads</a:t>
            </a:r>
            <a:endParaRPr lang="lt-LT" dirty="0"/>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19</a:t>
            </a:fld>
            <a:endParaRPr lang="en-GB" noProof="0" dirty="0"/>
          </a:p>
        </p:txBody>
      </p:sp>
    </p:spTree>
    <p:extLst>
      <p:ext uri="{BB962C8B-B14F-4D97-AF65-F5344CB8AC3E}">
        <p14:creationId xmlns:p14="http://schemas.microsoft.com/office/powerpoint/2010/main" val="38574063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Create GitHub account</a:t>
            </a:r>
            <a:endParaRPr lang="lt-LT" dirty="0"/>
          </a:p>
        </p:txBody>
      </p:sp>
      <p:sp>
        <p:nvSpPr>
          <p:cNvPr id="3" name="Content Placeholder 2"/>
          <p:cNvSpPr>
            <a:spLocks noGrp="1"/>
          </p:cNvSpPr>
          <p:nvPr>
            <p:ph idx="1"/>
          </p:nvPr>
        </p:nvSpPr>
        <p:spPr>
          <a:xfrm>
            <a:off x="809624" y="1533905"/>
            <a:ext cx="10621963" cy="4310304"/>
          </a:xfrm>
        </p:spPr>
        <p:txBody>
          <a:bodyPr/>
          <a:lstStyle/>
          <a:p>
            <a:r>
              <a:rPr lang="en-US" sz="3600" dirty="0">
                <a:hlinkClick r:id="rId3"/>
              </a:rPr>
              <a:t>https://github.com/</a:t>
            </a:r>
            <a:endParaRPr lang="en-US" sz="3600" dirty="0"/>
          </a:p>
          <a:p>
            <a:r>
              <a:rPr lang="en-US" sz="3600" dirty="0"/>
              <a:t>It’s free!</a:t>
            </a:r>
          </a:p>
          <a:p>
            <a:endParaRPr lang="lt-LT" sz="3600" dirty="0"/>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20</a:t>
            </a:fld>
            <a:endParaRPr lang="en-GB" noProof="0" dirty="0"/>
          </a:p>
        </p:txBody>
      </p:sp>
      <p:pic>
        <p:nvPicPr>
          <p:cNvPr id="9" name="Picture 8">
            <a:extLst>
              <a:ext uri="{FF2B5EF4-FFF2-40B4-BE49-F238E27FC236}">
                <a16:creationId xmlns:a16="http://schemas.microsoft.com/office/drawing/2014/main" id="{C9B930FA-4309-48EA-AC91-4366A25F006F}"/>
              </a:ext>
            </a:extLst>
          </p:cNvPr>
          <p:cNvPicPr>
            <a:picLocks noChangeAspect="1"/>
          </p:cNvPicPr>
          <p:nvPr/>
        </p:nvPicPr>
        <p:blipFill>
          <a:blip r:embed="rId4"/>
          <a:stretch>
            <a:fillRect/>
          </a:stretch>
        </p:blipFill>
        <p:spPr>
          <a:xfrm>
            <a:off x="5209872" y="1632811"/>
            <a:ext cx="6221715" cy="4464996"/>
          </a:xfrm>
          <a:prstGeom prst="rect">
            <a:avLst/>
          </a:prstGeom>
        </p:spPr>
      </p:pic>
    </p:spTree>
    <p:extLst>
      <p:ext uri="{BB962C8B-B14F-4D97-AF65-F5344CB8AC3E}">
        <p14:creationId xmlns:p14="http://schemas.microsoft.com/office/powerpoint/2010/main" val="31011250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 r="4"/>
          <a:stretch>
            <a:fillRect/>
          </a:stretch>
        </p:blipFill>
        <p:spPr/>
      </p:pic>
      <p:sp>
        <p:nvSpPr>
          <p:cNvPr id="7" name="Title 6"/>
          <p:cNvSpPr>
            <a:spLocks noGrp="1"/>
          </p:cNvSpPr>
          <p:nvPr>
            <p:ph type="ctrTitle"/>
          </p:nvPr>
        </p:nvSpPr>
        <p:spPr/>
        <p:txBody>
          <a:bodyPr/>
          <a:lstStyle/>
          <a:p>
            <a:r>
              <a:rPr lang="en-US" dirty="0"/>
              <a:t>Git basics</a:t>
            </a:r>
            <a:endParaRPr lang="en-GB" dirty="0"/>
          </a:p>
        </p:txBody>
      </p:sp>
      <p:sp>
        <p:nvSpPr>
          <p:cNvPr id="8" name="Subtitle 7"/>
          <p:cNvSpPr>
            <a:spLocks noGrp="1"/>
          </p:cNvSpPr>
          <p:nvPr>
            <p:ph type="subTitle" idx="1"/>
          </p:nvPr>
        </p:nvSpPr>
        <p:spPr/>
        <p:txBody>
          <a:bodyPr/>
          <a:lstStyle/>
          <a:p>
            <a:pPr>
              <a:buNone/>
            </a:pPr>
            <a:endParaRPr lang="en-GB" dirty="0"/>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24C8C45C-947F-4981-8B3F-4F32E973C901}" type="slidenum">
              <a:rPr lang="en-GB" smtClean="0"/>
              <a:pPr/>
              <a:t>21</a:t>
            </a:fld>
            <a:endParaRPr lang="en-GB" dirty="0"/>
          </a:p>
        </p:txBody>
      </p:sp>
    </p:spTree>
    <p:extLst>
      <p:ext uri="{BB962C8B-B14F-4D97-AF65-F5344CB8AC3E}">
        <p14:creationId xmlns:p14="http://schemas.microsoft.com/office/powerpoint/2010/main" val="26722240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Configure Tooling</a:t>
            </a:r>
          </a:p>
        </p:txBody>
      </p:sp>
      <p:sp>
        <p:nvSpPr>
          <p:cNvPr id="3" name="Content Placeholder 2"/>
          <p:cNvSpPr>
            <a:spLocks noGrp="1"/>
          </p:cNvSpPr>
          <p:nvPr>
            <p:ph idx="1"/>
          </p:nvPr>
        </p:nvSpPr>
        <p:spPr>
          <a:xfrm>
            <a:off x="809624" y="1533905"/>
            <a:ext cx="10621963" cy="4310303"/>
          </a:xfrm>
        </p:spPr>
        <p:txBody>
          <a:bodyPr/>
          <a:lstStyle/>
          <a:p>
            <a:pPr marL="0" indent="0">
              <a:buNone/>
            </a:pPr>
            <a:r>
              <a:rPr lang="en-US" sz="2800" b="1" dirty="0"/>
              <a:t>git config --global user.name "[name]"</a:t>
            </a:r>
          </a:p>
          <a:p>
            <a:pPr lvl="1"/>
            <a:r>
              <a:rPr lang="en-US" sz="2400" dirty="0"/>
              <a:t> Sets the name you want attached to your commit transactions</a:t>
            </a:r>
          </a:p>
          <a:p>
            <a:pPr marL="0" indent="0">
              <a:buNone/>
            </a:pPr>
            <a:endParaRPr lang="en-US" sz="2400" dirty="0"/>
          </a:p>
          <a:p>
            <a:pPr marL="0" indent="0">
              <a:buNone/>
            </a:pPr>
            <a:r>
              <a:rPr lang="en-US" sz="2800" b="1" dirty="0"/>
              <a:t>git config --global </a:t>
            </a:r>
            <a:r>
              <a:rPr lang="en-US" sz="2800" b="1" dirty="0" err="1"/>
              <a:t>user.email</a:t>
            </a:r>
            <a:r>
              <a:rPr lang="en-US" sz="2800" b="1" dirty="0"/>
              <a:t> "[email address]"</a:t>
            </a:r>
          </a:p>
          <a:p>
            <a:pPr lvl="1"/>
            <a:r>
              <a:rPr lang="en-US" sz="2400" dirty="0"/>
              <a:t> Sets the email you want attached to your commit transactions</a:t>
            </a:r>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22</a:t>
            </a:fld>
            <a:endParaRPr lang="en-GB" noProof="0" dirty="0"/>
          </a:p>
        </p:txBody>
      </p:sp>
    </p:spTree>
    <p:extLst>
      <p:ext uri="{BB962C8B-B14F-4D97-AF65-F5344CB8AC3E}">
        <p14:creationId xmlns:p14="http://schemas.microsoft.com/office/powerpoint/2010/main" val="7158379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Create Repositories</a:t>
            </a:r>
          </a:p>
        </p:txBody>
      </p:sp>
      <p:sp>
        <p:nvSpPr>
          <p:cNvPr id="3" name="Content Placeholder 2"/>
          <p:cNvSpPr>
            <a:spLocks noGrp="1"/>
          </p:cNvSpPr>
          <p:nvPr>
            <p:ph idx="1"/>
          </p:nvPr>
        </p:nvSpPr>
        <p:spPr>
          <a:xfrm>
            <a:off x="809624" y="1533905"/>
            <a:ext cx="10621963" cy="4310303"/>
          </a:xfrm>
        </p:spPr>
        <p:txBody>
          <a:bodyPr/>
          <a:lstStyle/>
          <a:p>
            <a:pPr marL="0" indent="0">
              <a:buNone/>
            </a:pPr>
            <a:r>
              <a:rPr lang="lt-LT" sz="2800" b="1" dirty="0" err="1"/>
              <a:t>git</a:t>
            </a:r>
            <a:r>
              <a:rPr lang="lt-LT" sz="2800" b="1" dirty="0"/>
              <a:t> </a:t>
            </a:r>
            <a:r>
              <a:rPr lang="lt-LT" sz="2800" b="1" dirty="0" err="1"/>
              <a:t>init</a:t>
            </a:r>
            <a:r>
              <a:rPr lang="lt-LT" sz="2800" b="1" dirty="0"/>
              <a:t> [</a:t>
            </a:r>
            <a:r>
              <a:rPr lang="lt-LT" sz="2800" b="1" dirty="0" err="1"/>
              <a:t>project</a:t>
            </a:r>
            <a:r>
              <a:rPr lang="lt-LT" sz="2800" b="1" dirty="0"/>
              <a:t>-name]</a:t>
            </a:r>
            <a:endParaRPr lang="en-US" sz="2800" b="1" dirty="0"/>
          </a:p>
          <a:p>
            <a:pPr lvl="1"/>
            <a:r>
              <a:rPr lang="en-US" sz="2400" dirty="0"/>
              <a:t> Creates a new local repository with the specified name</a:t>
            </a:r>
          </a:p>
          <a:p>
            <a:pPr marL="216000" lvl="1" indent="0">
              <a:buNone/>
            </a:pPr>
            <a:endParaRPr lang="en-US" sz="2400" dirty="0"/>
          </a:p>
          <a:p>
            <a:pPr marL="0" indent="0">
              <a:buNone/>
            </a:pPr>
            <a:r>
              <a:rPr lang="lt-LT" sz="2800" b="1" dirty="0" err="1"/>
              <a:t>git</a:t>
            </a:r>
            <a:r>
              <a:rPr lang="lt-LT" sz="2800" b="1" dirty="0"/>
              <a:t> </a:t>
            </a:r>
            <a:r>
              <a:rPr lang="lt-LT" sz="2800" b="1" dirty="0" err="1"/>
              <a:t>clone</a:t>
            </a:r>
            <a:r>
              <a:rPr lang="lt-LT" sz="2800" b="1" dirty="0"/>
              <a:t> [</a:t>
            </a:r>
            <a:r>
              <a:rPr lang="lt-LT" sz="2800" b="1" dirty="0" err="1"/>
              <a:t>url</a:t>
            </a:r>
            <a:r>
              <a:rPr lang="lt-LT" sz="2800" b="1" dirty="0"/>
              <a:t>]</a:t>
            </a:r>
            <a:endParaRPr lang="en-US" sz="2800" b="1" dirty="0"/>
          </a:p>
          <a:p>
            <a:pPr lvl="1"/>
            <a:r>
              <a:rPr lang="en-US" sz="2400" dirty="0"/>
              <a:t> Downloads a project and its entire version history</a:t>
            </a:r>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23</a:t>
            </a:fld>
            <a:endParaRPr lang="en-GB" noProof="0" dirty="0"/>
          </a:p>
        </p:txBody>
      </p:sp>
    </p:spTree>
    <p:extLst>
      <p:ext uri="{BB962C8B-B14F-4D97-AF65-F5344CB8AC3E}">
        <p14:creationId xmlns:p14="http://schemas.microsoft.com/office/powerpoint/2010/main" val="22318575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21B0640-472A-44E7-B7F0-3E07250E6AE7}"/>
              </a:ext>
            </a:extLst>
          </p:cNvPr>
          <p:cNvPicPr>
            <a:picLocks noChangeAspect="1"/>
          </p:cNvPicPr>
          <p:nvPr/>
        </p:nvPicPr>
        <p:blipFill>
          <a:blip r:embed="rId3"/>
          <a:stretch>
            <a:fillRect/>
          </a:stretch>
        </p:blipFill>
        <p:spPr>
          <a:xfrm>
            <a:off x="6546681" y="2679539"/>
            <a:ext cx="5335655" cy="2878020"/>
          </a:xfrm>
          <a:prstGeom prst="rect">
            <a:avLst/>
          </a:prstGeom>
        </p:spPr>
      </p:pic>
      <p:sp>
        <p:nvSpPr>
          <p:cNvPr id="2" name="Title 1"/>
          <p:cNvSpPr>
            <a:spLocks noGrp="1"/>
          </p:cNvSpPr>
          <p:nvPr>
            <p:ph type="title"/>
          </p:nvPr>
        </p:nvSpPr>
        <p:spPr/>
        <p:txBody>
          <a:bodyPr/>
          <a:lstStyle/>
          <a:p>
            <a:r>
              <a:rPr lang="en-US" dirty="0"/>
              <a:t>Make changes</a:t>
            </a:r>
          </a:p>
        </p:txBody>
      </p:sp>
      <p:sp>
        <p:nvSpPr>
          <p:cNvPr id="3" name="Content Placeholder 2"/>
          <p:cNvSpPr>
            <a:spLocks noGrp="1"/>
          </p:cNvSpPr>
          <p:nvPr>
            <p:ph idx="1"/>
          </p:nvPr>
        </p:nvSpPr>
        <p:spPr>
          <a:xfrm>
            <a:off x="809625" y="1533905"/>
            <a:ext cx="6646252" cy="4310303"/>
          </a:xfrm>
        </p:spPr>
        <p:txBody>
          <a:bodyPr/>
          <a:lstStyle/>
          <a:p>
            <a:pPr marL="0" indent="0">
              <a:buNone/>
            </a:pPr>
            <a:r>
              <a:rPr lang="lt-LT" sz="2800" b="1" dirty="0" err="1"/>
              <a:t>git</a:t>
            </a:r>
            <a:r>
              <a:rPr lang="lt-LT" sz="2800" b="1" dirty="0"/>
              <a:t> status</a:t>
            </a:r>
            <a:endParaRPr lang="en-US" sz="2800" b="1" dirty="0"/>
          </a:p>
          <a:p>
            <a:pPr lvl="1"/>
            <a:r>
              <a:rPr lang="en-US" sz="2400" dirty="0"/>
              <a:t> Lists all new or modified files to be committed</a:t>
            </a:r>
          </a:p>
          <a:p>
            <a:pPr lvl="1"/>
            <a:endParaRPr lang="en-US" sz="2400" dirty="0"/>
          </a:p>
          <a:p>
            <a:pPr marL="0" indent="0">
              <a:buNone/>
            </a:pPr>
            <a:r>
              <a:rPr lang="lt-LT" sz="2800" b="1" dirty="0" err="1"/>
              <a:t>git</a:t>
            </a:r>
            <a:r>
              <a:rPr lang="lt-LT" sz="2800" b="1" dirty="0"/>
              <a:t> </a:t>
            </a:r>
            <a:r>
              <a:rPr lang="lt-LT" sz="2800" b="1" dirty="0" err="1"/>
              <a:t>add</a:t>
            </a:r>
            <a:r>
              <a:rPr lang="lt-LT" sz="2800" b="1" dirty="0"/>
              <a:t> [</a:t>
            </a:r>
            <a:r>
              <a:rPr lang="lt-LT" sz="2800" b="1" dirty="0" err="1"/>
              <a:t>file</a:t>
            </a:r>
            <a:r>
              <a:rPr lang="lt-LT" sz="2800" b="1" dirty="0"/>
              <a:t>]</a:t>
            </a:r>
            <a:endParaRPr lang="en-US" sz="2800" b="1" dirty="0"/>
          </a:p>
          <a:p>
            <a:pPr lvl="1"/>
            <a:r>
              <a:rPr lang="en-US" sz="2400" dirty="0"/>
              <a:t> Snapshots the file in preparation for versioning</a:t>
            </a:r>
          </a:p>
          <a:p>
            <a:pPr lvl="1"/>
            <a:endParaRPr lang="en-US" sz="2400" dirty="0"/>
          </a:p>
          <a:p>
            <a:pPr marL="0" indent="0">
              <a:buNone/>
            </a:pPr>
            <a:r>
              <a:rPr lang="fr-FR" sz="2800" b="1" dirty="0"/>
              <a:t>git commit -m "[descriptive message]"</a:t>
            </a:r>
            <a:endParaRPr lang="en-US" sz="2800" b="1" dirty="0"/>
          </a:p>
          <a:p>
            <a:pPr lvl="1"/>
            <a:r>
              <a:rPr lang="en-US" sz="2400" dirty="0"/>
              <a:t> Records the file snapshots permanently in version history</a:t>
            </a:r>
          </a:p>
          <a:p>
            <a:pPr lvl="1"/>
            <a:endParaRPr lang="en-US" sz="2400" dirty="0"/>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24</a:t>
            </a:fld>
            <a:endParaRPr lang="en-GB" noProof="0" dirty="0"/>
          </a:p>
        </p:txBody>
      </p:sp>
    </p:spTree>
    <p:extLst>
      <p:ext uri="{BB962C8B-B14F-4D97-AF65-F5344CB8AC3E}">
        <p14:creationId xmlns:p14="http://schemas.microsoft.com/office/powerpoint/2010/main" val="42895925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Undoing Things</a:t>
            </a:r>
          </a:p>
        </p:txBody>
      </p:sp>
      <p:sp>
        <p:nvSpPr>
          <p:cNvPr id="3" name="Content Placeholder 2"/>
          <p:cNvSpPr>
            <a:spLocks noGrp="1"/>
          </p:cNvSpPr>
          <p:nvPr>
            <p:ph idx="1"/>
          </p:nvPr>
        </p:nvSpPr>
        <p:spPr>
          <a:xfrm>
            <a:off x="784225" y="1533905"/>
            <a:ext cx="4355762" cy="4310303"/>
          </a:xfrm>
        </p:spPr>
        <p:txBody>
          <a:bodyPr/>
          <a:lstStyle/>
          <a:p>
            <a:pPr marL="0" indent="0">
              <a:buNone/>
            </a:pPr>
            <a:r>
              <a:rPr lang="lt-LT" sz="2800" dirty="0"/>
              <a:t>(</a:t>
            </a:r>
            <a:r>
              <a:rPr lang="lt-LT" sz="2800" dirty="0" err="1"/>
              <a:t>old</a:t>
            </a:r>
            <a:r>
              <a:rPr lang="lt-LT" sz="2800" dirty="0"/>
              <a:t> </a:t>
            </a:r>
            <a:r>
              <a:rPr lang="lt-LT" sz="2800" dirty="0" err="1"/>
              <a:t>way</a:t>
            </a:r>
            <a:r>
              <a:rPr lang="lt-LT" sz="2800" dirty="0"/>
              <a:t>)</a:t>
            </a:r>
          </a:p>
          <a:p>
            <a:pPr marL="0" indent="0">
              <a:buNone/>
            </a:pPr>
            <a:endParaRPr lang="lt-LT" sz="2800" dirty="0"/>
          </a:p>
          <a:p>
            <a:pPr marL="0" indent="0">
              <a:buNone/>
            </a:pPr>
            <a:r>
              <a:rPr lang="lt-LT" sz="2800" b="1" dirty="0" err="1"/>
              <a:t>git</a:t>
            </a:r>
            <a:r>
              <a:rPr lang="lt-LT" sz="2800" b="1" dirty="0"/>
              <a:t> </a:t>
            </a:r>
            <a:r>
              <a:rPr lang="lt-LT" sz="2800" b="1" dirty="0" err="1"/>
              <a:t>reset</a:t>
            </a:r>
            <a:r>
              <a:rPr lang="lt-LT" sz="2800" b="1" dirty="0"/>
              <a:t> HEAD [</a:t>
            </a:r>
            <a:r>
              <a:rPr lang="lt-LT" sz="2800" b="1" dirty="0" err="1"/>
              <a:t>file</a:t>
            </a:r>
            <a:r>
              <a:rPr lang="lt-LT" sz="2800" b="1" dirty="0"/>
              <a:t>]</a:t>
            </a:r>
            <a:endParaRPr lang="en-US" sz="2800" b="1" dirty="0"/>
          </a:p>
          <a:p>
            <a:pPr lvl="1"/>
            <a:r>
              <a:rPr lang="en-US" sz="2400" dirty="0"/>
              <a:t> </a:t>
            </a:r>
            <a:r>
              <a:rPr lang="en-US" sz="2400" dirty="0" err="1"/>
              <a:t>Unstag</a:t>
            </a:r>
            <a:r>
              <a:rPr lang="lt-LT" sz="2400" dirty="0" err="1"/>
              <a:t>es</a:t>
            </a:r>
            <a:r>
              <a:rPr lang="en-US" sz="2400" dirty="0"/>
              <a:t> a </a:t>
            </a:r>
            <a:r>
              <a:rPr lang="lt-LT" sz="2400" dirty="0"/>
              <a:t>s</a:t>
            </a:r>
            <a:r>
              <a:rPr lang="en-US" sz="2400" dirty="0" err="1"/>
              <a:t>taged</a:t>
            </a:r>
            <a:r>
              <a:rPr lang="en-US" sz="2400" dirty="0"/>
              <a:t> </a:t>
            </a:r>
            <a:r>
              <a:rPr lang="lt-LT" sz="2400" dirty="0"/>
              <a:t>f</a:t>
            </a:r>
            <a:r>
              <a:rPr lang="en-US" sz="2400" dirty="0" err="1"/>
              <a:t>ile</a:t>
            </a:r>
            <a:endParaRPr lang="en-US" sz="2400" dirty="0"/>
          </a:p>
          <a:p>
            <a:pPr lvl="1"/>
            <a:endParaRPr lang="en-US" sz="2400" dirty="0"/>
          </a:p>
          <a:p>
            <a:pPr marL="0" indent="0">
              <a:buNone/>
            </a:pPr>
            <a:r>
              <a:rPr lang="lt-LT" sz="2800" b="1" dirty="0" err="1"/>
              <a:t>git</a:t>
            </a:r>
            <a:r>
              <a:rPr lang="lt-LT" sz="2800" b="1" dirty="0"/>
              <a:t> </a:t>
            </a:r>
            <a:r>
              <a:rPr lang="lt-LT" sz="2800" b="1" dirty="0" err="1"/>
              <a:t>checkout</a:t>
            </a:r>
            <a:r>
              <a:rPr lang="lt-LT" sz="2800" b="1" dirty="0"/>
              <a:t> -- [</a:t>
            </a:r>
            <a:r>
              <a:rPr lang="lt-LT" sz="2800" b="1" dirty="0" err="1"/>
              <a:t>file</a:t>
            </a:r>
            <a:r>
              <a:rPr lang="lt-LT" sz="2800" b="1" dirty="0"/>
              <a:t>]</a:t>
            </a:r>
            <a:endParaRPr lang="en-US" sz="2800" b="1" dirty="0"/>
          </a:p>
          <a:p>
            <a:pPr lvl="1"/>
            <a:r>
              <a:rPr lang="en-US" sz="2400" dirty="0"/>
              <a:t> </a:t>
            </a:r>
            <a:r>
              <a:rPr lang="en-US" sz="2400" dirty="0" err="1"/>
              <a:t>Unmodif</a:t>
            </a:r>
            <a:r>
              <a:rPr lang="lt-LT" sz="2400" dirty="0" err="1"/>
              <a:t>ies</a:t>
            </a:r>
            <a:r>
              <a:rPr lang="en-US" sz="2400" dirty="0"/>
              <a:t> a </a:t>
            </a:r>
            <a:r>
              <a:rPr lang="lt-LT" sz="2400" dirty="0"/>
              <a:t>m</a:t>
            </a:r>
            <a:r>
              <a:rPr lang="en-US" sz="2400" dirty="0" err="1"/>
              <a:t>odified</a:t>
            </a:r>
            <a:r>
              <a:rPr lang="en-US" sz="2400" dirty="0"/>
              <a:t> </a:t>
            </a:r>
            <a:r>
              <a:rPr lang="lt-LT" sz="2400" dirty="0"/>
              <a:t>f</a:t>
            </a:r>
            <a:r>
              <a:rPr lang="en-US" sz="2400" dirty="0" err="1"/>
              <a:t>ile</a:t>
            </a:r>
            <a:endParaRPr lang="en-US" sz="2400" dirty="0"/>
          </a:p>
          <a:p>
            <a:pPr marL="216000" lvl="1" indent="0">
              <a:buNone/>
            </a:pPr>
            <a:endParaRPr lang="en-US" sz="2400" dirty="0"/>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25</a:t>
            </a:fld>
            <a:endParaRPr lang="en-GB" noProof="0" dirty="0"/>
          </a:p>
        </p:txBody>
      </p:sp>
      <p:sp>
        <p:nvSpPr>
          <p:cNvPr id="13" name="TextBox 12">
            <a:extLst>
              <a:ext uri="{FF2B5EF4-FFF2-40B4-BE49-F238E27FC236}">
                <a16:creationId xmlns:a16="http://schemas.microsoft.com/office/drawing/2014/main" id="{14274095-FC1F-43C3-9C3A-B2B50A3D0697}"/>
              </a:ext>
            </a:extLst>
          </p:cNvPr>
          <p:cNvSpPr txBox="1"/>
          <p:nvPr/>
        </p:nvSpPr>
        <p:spPr>
          <a:xfrm>
            <a:off x="6195978" y="1533905"/>
            <a:ext cx="5447490" cy="3477875"/>
          </a:xfrm>
          <a:prstGeom prst="rect">
            <a:avLst/>
          </a:prstGeom>
          <a:noFill/>
        </p:spPr>
        <p:txBody>
          <a:bodyPr wrap="square">
            <a:spAutoFit/>
          </a:bodyPr>
          <a:lstStyle/>
          <a:p>
            <a:pPr marL="0" indent="0">
              <a:buNone/>
            </a:pPr>
            <a:r>
              <a:rPr lang="lt-LT" sz="2800" dirty="0"/>
              <a:t>(</a:t>
            </a:r>
            <a:r>
              <a:rPr lang="lt-LT" sz="2800" dirty="0" err="1"/>
              <a:t>new</a:t>
            </a:r>
            <a:r>
              <a:rPr lang="lt-LT" sz="2800" dirty="0"/>
              <a:t> </a:t>
            </a:r>
            <a:r>
              <a:rPr lang="lt-LT" sz="2800" dirty="0" err="1"/>
              <a:t>way</a:t>
            </a:r>
            <a:r>
              <a:rPr lang="lt-LT" sz="2800" dirty="0"/>
              <a:t>)</a:t>
            </a:r>
          </a:p>
          <a:p>
            <a:pPr marL="0" indent="0">
              <a:buNone/>
            </a:pPr>
            <a:endParaRPr lang="lt-LT" sz="3600" dirty="0"/>
          </a:p>
          <a:p>
            <a:pPr marL="0" indent="0">
              <a:buNone/>
            </a:pPr>
            <a:r>
              <a:rPr lang="lt-LT" sz="2800" b="1" dirty="0" err="1"/>
              <a:t>git</a:t>
            </a:r>
            <a:r>
              <a:rPr lang="lt-LT" sz="2800" b="1" dirty="0"/>
              <a:t> </a:t>
            </a:r>
            <a:r>
              <a:rPr lang="lt-LT" sz="2800" b="1" dirty="0" err="1"/>
              <a:t>restore</a:t>
            </a:r>
            <a:r>
              <a:rPr lang="lt-LT" sz="2800" b="1" dirty="0"/>
              <a:t> --</a:t>
            </a:r>
            <a:r>
              <a:rPr lang="lt-LT" sz="2800" b="1" dirty="0" err="1"/>
              <a:t>staged</a:t>
            </a:r>
            <a:r>
              <a:rPr lang="lt-LT" sz="2800" b="1" dirty="0"/>
              <a:t> [</a:t>
            </a:r>
            <a:r>
              <a:rPr lang="lt-LT" sz="2800" b="1" dirty="0" err="1"/>
              <a:t>file</a:t>
            </a:r>
            <a:r>
              <a:rPr lang="lt-LT" sz="2800" b="1" dirty="0"/>
              <a:t>]</a:t>
            </a:r>
            <a:endParaRPr lang="en-US" sz="2800" b="1" dirty="0"/>
          </a:p>
          <a:p>
            <a:pPr lvl="1">
              <a:spcBef>
                <a:spcPts val="1200"/>
              </a:spcBef>
            </a:pPr>
            <a:r>
              <a:rPr lang="lt-LT" sz="2400" dirty="0"/>
              <a:t>– </a:t>
            </a:r>
            <a:r>
              <a:rPr lang="en-US" sz="2400" dirty="0" err="1"/>
              <a:t>Unstag</a:t>
            </a:r>
            <a:r>
              <a:rPr lang="lt-LT" sz="2400" dirty="0" err="1"/>
              <a:t>es</a:t>
            </a:r>
            <a:r>
              <a:rPr lang="en-US" sz="2400" dirty="0"/>
              <a:t> a </a:t>
            </a:r>
            <a:r>
              <a:rPr lang="lt-LT" sz="2400" dirty="0"/>
              <a:t>s</a:t>
            </a:r>
            <a:r>
              <a:rPr lang="en-US" sz="2400" dirty="0" err="1"/>
              <a:t>taged</a:t>
            </a:r>
            <a:r>
              <a:rPr lang="en-US" sz="2400" dirty="0"/>
              <a:t> </a:t>
            </a:r>
            <a:r>
              <a:rPr lang="lt-LT" sz="2400" dirty="0"/>
              <a:t>f</a:t>
            </a:r>
            <a:r>
              <a:rPr lang="en-US" sz="2400" dirty="0" err="1"/>
              <a:t>ile</a:t>
            </a:r>
            <a:endParaRPr lang="en-US" sz="2400" dirty="0"/>
          </a:p>
          <a:p>
            <a:pPr lvl="1"/>
            <a:endParaRPr lang="en-US" sz="3200" dirty="0"/>
          </a:p>
          <a:p>
            <a:pPr marL="0" indent="0">
              <a:buNone/>
            </a:pPr>
            <a:r>
              <a:rPr lang="lt-LT" sz="2800" b="1" dirty="0" err="1"/>
              <a:t>git</a:t>
            </a:r>
            <a:r>
              <a:rPr lang="lt-LT" sz="2800" b="1" dirty="0"/>
              <a:t> </a:t>
            </a:r>
            <a:r>
              <a:rPr lang="lt-LT" sz="2800" b="1" dirty="0" err="1"/>
              <a:t>restore</a:t>
            </a:r>
            <a:r>
              <a:rPr lang="lt-LT" sz="2800" b="1" dirty="0"/>
              <a:t> [</a:t>
            </a:r>
            <a:r>
              <a:rPr lang="lt-LT" sz="2800" b="1" dirty="0" err="1"/>
              <a:t>file</a:t>
            </a:r>
            <a:r>
              <a:rPr lang="lt-LT" sz="2800" b="1" dirty="0"/>
              <a:t>]</a:t>
            </a:r>
            <a:endParaRPr lang="en-US" sz="2800" b="1" dirty="0"/>
          </a:p>
          <a:p>
            <a:pPr lvl="1">
              <a:spcBef>
                <a:spcPts val="1200"/>
              </a:spcBef>
            </a:pPr>
            <a:r>
              <a:rPr lang="lt-LT" sz="2400" dirty="0"/>
              <a:t>– </a:t>
            </a:r>
            <a:r>
              <a:rPr lang="en-US" sz="2400" dirty="0" err="1"/>
              <a:t>Unmodif</a:t>
            </a:r>
            <a:r>
              <a:rPr lang="lt-LT" sz="2400" dirty="0" err="1"/>
              <a:t>ies</a:t>
            </a:r>
            <a:r>
              <a:rPr lang="en-US" sz="2400" dirty="0"/>
              <a:t> a </a:t>
            </a:r>
            <a:r>
              <a:rPr lang="lt-LT" sz="2400" dirty="0"/>
              <a:t>m</a:t>
            </a:r>
            <a:r>
              <a:rPr lang="en-US" sz="2400" dirty="0" err="1"/>
              <a:t>odified</a:t>
            </a:r>
            <a:r>
              <a:rPr lang="en-US" sz="2400" dirty="0"/>
              <a:t> </a:t>
            </a:r>
            <a:r>
              <a:rPr lang="lt-LT" sz="2400" dirty="0"/>
              <a:t>f</a:t>
            </a:r>
            <a:r>
              <a:rPr lang="en-US" sz="2400" dirty="0" err="1"/>
              <a:t>ile</a:t>
            </a:r>
            <a:endParaRPr lang="en-US" sz="2400" dirty="0"/>
          </a:p>
        </p:txBody>
      </p:sp>
    </p:spTree>
    <p:extLst>
      <p:ext uri="{BB962C8B-B14F-4D97-AF65-F5344CB8AC3E}">
        <p14:creationId xmlns:p14="http://schemas.microsoft.com/office/powerpoint/2010/main" val="2998072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lt-LT" dirty="0" err="1"/>
              <a:t>History</a:t>
            </a:r>
            <a:endParaRPr lang="en-US" dirty="0"/>
          </a:p>
        </p:txBody>
      </p:sp>
      <p:sp>
        <p:nvSpPr>
          <p:cNvPr id="3" name="Content Placeholder 2"/>
          <p:cNvSpPr>
            <a:spLocks noGrp="1"/>
          </p:cNvSpPr>
          <p:nvPr>
            <p:ph idx="1"/>
          </p:nvPr>
        </p:nvSpPr>
        <p:spPr>
          <a:xfrm>
            <a:off x="784224" y="1533905"/>
            <a:ext cx="10620376" cy="4310303"/>
          </a:xfrm>
        </p:spPr>
        <p:txBody>
          <a:bodyPr/>
          <a:lstStyle/>
          <a:p>
            <a:pPr marL="0" indent="0">
              <a:buNone/>
            </a:pPr>
            <a:r>
              <a:rPr lang="lt-LT" sz="2800" b="1" dirty="0" err="1"/>
              <a:t>git</a:t>
            </a:r>
            <a:r>
              <a:rPr lang="lt-LT" sz="2800" b="1" dirty="0"/>
              <a:t> </a:t>
            </a:r>
            <a:r>
              <a:rPr lang="lt-LT" sz="2800" b="1" dirty="0" err="1"/>
              <a:t>log</a:t>
            </a:r>
            <a:endParaRPr lang="en-US" sz="2800" b="1" dirty="0"/>
          </a:p>
          <a:p>
            <a:pPr lvl="1"/>
            <a:r>
              <a:rPr lang="en-US" sz="2400" dirty="0"/>
              <a:t> </a:t>
            </a:r>
            <a:r>
              <a:rPr lang="lt-LT" sz="2400" dirty="0" err="1"/>
              <a:t>Prints</a:t>
            </a:r>
            <a:r>
              <a:rPr lang="lt-LT" sz="2400" dirty="0"/>
              <a:t> </a:t>
            </a:r>
            <a:r>
              <a:rPr lang="lt-LT" sz="2400" dirty="0" err="1"/>
              <a:t>history</a:t>
            </a:r>
            <a:endParaRPr lang="en-US" sz="2400" dirty="0"/>
          </a:p>
          <a:p>
            <a:pPr lvl="1"/>
            <a:endParaRPr lang="en-US" sz="2400" dirty="0"/>
          </a:p>
          <a:p>
            <a:pPr marL="0" indent="0">
              <a:buNone/>
            </a:pPr>
            <a:r>
              <a:rPr lang="en-US" sz="2800" b="1" dirty="0"/>
              <a:t>git log --pretty=format:"%h %s" </a:t>
            </a:r>
            <a:r>
              <a:rPr lang="lt-LT" sz="2800" b="1" dirty="0"/>
              <a:t>--</a:t>
            </a:r>
            <a:r>
              <a:rPr lang="en-US" sz="2800" b="1" dirty="0"/>
              <a:t>graph</a:t>
            </a:r>
            <a:endParaRPr lang="lt-LT" sz="2800" b="1" dirty="0"/>
          </a:p>
          <a:p>
            <a:pPr lvl="1"/>
            <a:r>
              <a:rPr lang="en-US" sz="2400" dirty="0"/>
              <a:t> </a:t>
            </a:r>
            <a:r>
              <a:rPr lang="lt-LT" sz="2400" dirty="0" err="1"/>
              <a:t>Pretty</a:t>
            </a:r>
            <a:r>
              <a:rPr lang="lt-LT" sz="2400" dirty="0"/>
              <a:t> </a:t>
            </a:r>
            <a:r>
              <a:rPr lang="lt-LT" sz="2400" dirty="0" err="1"/>
              <a:t>prints</a:t>
            </a:r>
            <a:r>
              <a:rPr lang="lt-LT" sz="2400" dirty="0"/>
              <a:t> </a:t>
            </a:r>
            <a:r>
              <a:rPr lang="lt-LT" sz="2400" dirty="0" err="1"/>
              <a:t>history</a:t>
            </a:r>
            <a:r>
              <a:rPr lang="lt-LT" sz="2400" dirty="0"/>
              <a:t> (</a:t>
            </a:r>
            <a:r>
              <a:rPr lang="lt-LT" sz="2400" dirty="0" err="1"/>
              <a:t>there</a:t>
            </a:r>
            <a:r>
              <a:rPr lang="lt-LT" sz="2400" dirty="0"/>
              <a:t> are </a:t>
            </a:r>
            <a:r>
              <a:rPr lang="lt-LT" sz="2400" dirty="0" err="1"/>
              <a:t>lots</a:t>
            </a:r>
            <a:r>
              <a:rPr lang="lt-LT" sz="2400" dirty="0"/>
              <a:t> </a:t>
            </a:r>
            <a:r>
              <a:rPr lang="lt-LT" sz="2400" dirty="0" err="1"/>
              <a:t>of</a:t>
            </a:r>
            <a:r>
              <a:rPr lang="lt-LT" sz="2400" dirty="0"/>
              <a:t> </a:t>
            </a:r>
            <a:r>
              <a:rPr lang="lt-LT" sz="2400" dirty="0" err="1"/>
              <a:t>different</a:t>
            </a:r>
            <a:r>
              <a:rPr lang="lt-LT" sz="2400" dirty="0"/>
              <a:t> </a:t>
            </a:r>
            <a:r>
              <a:rPr lang="lt-LT" sz="2400" dirty="0" err="1"/>
              <a:t>ways</a:t>
            </a:r>
            <a:r>
              <a:rPr lang="lt-LT" sz="2400" dirty="0"/>
              <a:t> to </a:t>
            </a:r>
            <a:r>
              <a:rPr lang="lt-LT" sz="2400" dirty="0" err="1"/>
              <a:t>format</a:t>
            </a:r>
            <a:r>
              <a:rPr lang="lt-LT" sz="2400" dirty="0"/>
              <a:t> </a:t>
            </a:r>
            <a:r>
              <a:rPr lang="lt-LT" sz="2400" dirty="0" err="1"/>
              <a:t>the</a:t>
            </a:r>
            <a:r>
              <a:rPr lang="lt-LT" sz="2400" dirty="0"/>
              <a:t> </a:t>
            </a:r>
            <a:r>
              <a:rPr lang="lt-LT" sz="2400" dirty="0" err="1"/>
              <a:t>output</a:t>
            </a:r>
            <a:r>
              <a:rPr lang="lt-LT" sz="2400" dirty="0"/>
              <a:t>)</a:t>
            </a:r>
            <a:endParaRPr lang="en-US" sz="2400" dirty="0"/>
          </a:p>
          <a:p>
            <a:pPr marL="216000" lvl="1" indent="0">
              <a:buNone/>
            </a:pPr>
            <a:endParaRPr lang="en-US" sz="2400" dirty="0"/>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26</a:t>
            </a:fld>
            <a:endParaRPr lang="en-GB" noProof="0" dirty="0"/>
          </a:p>
        </p:txBody>
      </p:sp>
    </p:spTree>
    <p:extLst>
      <p:ext uri="{BB962C8B-B14F-4D97-AF65-F5344CB8AC3E}">
        <p14:creationId xmlns:p14="http://schemas.microsoft.com/office/powerpoint/2010/main" val="39739319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 Changes</a:t>
            </a:r>
          </a:p>
        </p:txBody>
      </p:sp>
      <p:sp>
        <p:nvSpPr>
          <p:cNvPr id="3" name="Content Placeholder 2"/>
          <p:cNvSpPr>
            <a:spLocks noGrp="1"/>
          </p:cNvSpPr>
          <p:nvPr>
            <p:ph idx="1"/>
          </p:nvPr>
        </p:nvSpPr>
        <p:spPr>
          <a:xfrm>
            <a:off x="809624" y="1533905"/>
            <a:ext cx="10621963" cy="4310303"/>
          </a:xfrm>
        </p:spPr>
        <p:txBody>
          <a:bodyPr/>
          <a:lstStyle/>
          <a:p>
            <a:pPr marL="0" indent="0">
              <a:buNone/>
            </a:pPr>
            <a:r>
              <a:rPr lang="lt-LT" sz="2800" b="1" dirty="0" err="1"/>
              <a:t>git</a:t>
            </a:r>
            <a:r>
              <a:rPr lang="lt-LT" sz="2800" b="1" dirty="0"/>
              <a:t> </a:t>
            </a:r>
            <a:r>
              <a:rPr lang="lt-LT" sz="2800" b="1" dirty="0" err="1"/>
              <a:t>branch</a:t>
            </a:r>
            <a:r>
              <a:rPr lang="lt-LT" sz="2800" b="1" dirty="0"/>
              <a:t> [</a:t>
            </a:r>
            <a:r>
              <a:rPr lang="lt-LT" sz="2800" b="1" dirty="0" err="1"/>
              <a:t>branch</a:t>
            </a:r>
            <a:r>
              <a:rPr lang="lt-LT" sz="2800" b="1" dirty="0"/>
              <a:t>-name]</a:t>
            </a:r>
            <a:endParaRPr lang="en-US" sz="2800" b="1" dirty="0"/>
          </a:p>
          <a:p>
            <a:pPr lvl="1"/>
            <a:r>
              <a:rPr lang="en-US" sz="2400" dirty="0"/>
              <a:t> Creates a new branch</a:t>
            </a:r>
          </a:p>
          <a:p>
            <a:pPr marL="216000" lvl="1" indent="0">
              <a:buNone/>
            </a:pPr>
            <a:endParaRPr lang="en-US" sz="2400" dirty="0"/>
          </a:p>
          <a:p>
            <a:pPr marL="0" indent="0">
              <a:buNone/>
            </a:pPr>
            <a:r>
              <a:rPr lang="fr-FR" sz="2800" b="1" dirty="0"/>
              <a:t>git </a:t>
            </a:r>
            <a:r>
              <a:rPr lang="fr-FR" sz="2800" b="1" dirty="0" err="1"/>
              <a:t>checkout</a:t>
            </a:r>
            <a:r>
              <a:rPr lang="fr-FR" sz="2800" b="1" dirty="0"/>
              <a:t> [</a:t>
            </a:r>
            <a:r>
              <a:rPr lang="fr-FR" sz="2800" b="1" dirty="0" err="1"/>
              <a:t>branch-name</a:t>
            </a:r>
            <a:r>
              <a:rPr lang="fr-FR" sz="2800" b="1" dirty="0"/>
              <a:t>]/[commit-id]</a:t>
            </a:r>
            <a:endParaRPr lang="en-US" sz="2800" b="1" dirty="0"/>
          </a:p>
          <a:p>
            <a:pPr lvl="1"/>
            <a:r>
              <a:rPr lang="en-US" sz="2400" dirty="0"/>
              <a:t> Switches to the specified branch/commit and updates the working directory</a:t>
            </a:r>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27</a:t>
            </a:fld>
            <a:endParaRPr lang="en-GB" noProof="0" dirty="0"/>
          </a:p>
        </p:txBody>
      </p:sp>
    </p:spTree>
    <p:extLst>
      <p:ext uri="{BB962C8B-B14F-4D97-AF65-F5344CB8AC3E}">
        <p14:creationId xmlns:p14="http://schemas.microsoft.com/office/powerpoint/2010/main" val="8729342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 Changes</a:t>
            </a:r>
          </a:p>
        </p:txBody>
      </p:sp>
      <p:sp>
        <p:nvSpPr>
          <p:cNvPr id="3" name="Content Placeholder 2"/>
          <p:cNvSpPr>
            <a:spLocks noGrp="1"/>
          </p:cNvSpPr>
          <p:nvPr>
            <p:ph idx="1"/>
          </p:nvPr>
        </p:nvSpPr>
        <p:spPr>
          <a:xfrm>
            <a:off x="809624" y="1533905"/>
            <a:ext cx="10621963" cy="4310303"/>
          </a:xfrm>
        </p:spPr>
        <p:txBody>
          <a:bodyPr/>
          <a:lstStyle/>
          <a:p>
            <a:pPr marL="0" indent="0">
              <a:buNone/>
            </a:pPr>
            <a:r>
              <a:rPr lang="lt-LT" sz="2800" b="1" dirty="0" err="1"/>
              <a:t>git</a:t>
            </a:r>
            <a:r>
              <a:rPr lang="lt-LT" sz="2800" b="1" dirty="0"/>
              <a:t> merge [</a:t>
            </a:r>
            <a:r>
              <a:rPr lang="lt-LT" sz="2800" b="1" dirty="0" err="1"/>
              <a:t>branch</a:t>
            </a:r>
            <a:r>
              <a:rPr lang="lt-LT" sz="2800" b="1" dirty="0"/>
              <a:t>]</a:t>
            </a:r>
            <a:endParaRPr lang="en-US" sz="2800" b="1" dirty="0"/>
          </a:p>
          <a:p>
            <a:pPr lvl="1"/>
            <a:r>
              <a:rPr lang="en-US" sz="2400" dirty="0"/>
              <a:t> Combines the specified branch's history into the current branch</a:t>
            </a:r>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28</a:t>
            </a:fld>
            <a:endParaRPr lang="en-GB" noProof="0" dirty="0"/>
          </a:p>
        </p:txBody>
      </p:sp>
      <p:pic>
        <p:nvPicPr>
          <p:cNvPr id="7" name="Picture 6">
            <a:extLst>
              <a:ext uri="{FF2B5EF4-FFF2-40B4-BE49-F238E27FC236}">
                <a16:creationId xmlns:a16="http://schemas.microsoft.com/office/drawing/2014/main" id="{2918B312-B602-4471-ABB9-AC5449A37AAC}"/>
              </a:ext>
            </a:extLst>
          </p:cNvPr>
          <p:cNvPicPr>
            <a:picLocks noChangeAspect="1"/>
          </p:cNvPicPr>
          <p:nvPr/>
        </p:nvPicPr>
        <p:blipFill>
          <a:blip r:embed="rId3"/>
          <a:stretch>
            <a:fillRect/>
          </a:stretch>
        </p:blipFill>
        <p:spPr>
          <a:xfrm>
            <a:off x="1704017" y="2674286"/>
            <a:ext cx="8782683" cy="3170017"/>
          </a:xfrm>
          <a:prstGeom prst="rect">
            <a:avLst/>
          </a:prstGeom>
        </p:spPr>
      </p:pic>
    </p:spTree>
    <p:extLst>
      <p:ext uri="{BB962C8B-B14F-4D97-AF65-F5344CB8AC3E}">
        <p14:creationId xmlns:p14="http://schemas.microsoft.com/office/powerpoint/2010/main" val="2638170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23835B5-8E1B-43EB-A6FD-F7AB563BCF25}"/>
              </a:ext>
            </a:extLst>
          </p:cNvPr>
          <p:cNvPicPr>
            <a:picLocks noChangeAspect="1"/>
          </p:cNvPicPr>
          <p:nvPr/>
        </p:nvPicPr>
        <p:blipFill>
          <a:blip r:embed="rId3"/>
          <a:stretch>
            <a:fillRect/>
          </a:stretch>
        </p:blipFill>
        <p:spPr>
          <a:xfrm>
            <a:off x="1325781" y="3307848"/>
            <a:ext cx="9540437" cy="2536360"/>
          </a:xfrm>
          <a:prstGeom prst="rect">
            <a:avLst/>
          </a:prstGeom>
        </p:spPr>
      </p:pic>
      <p:sp>
        <p:nvSpPr>
          <p:cNvPr id="2" name="Title 1"/>
          <p:cNvSpPr>
            <a:spLocks noGrp="1"/>
          </p:cNvSpPr>
          <p:nvPr>
            <p:ph type="title"/>
          </p:nvPr>
        </p:nvSpPr>
        <p:spPr/>
        <p:txBody>
          <a:bodyPr/>
          <a:lstStyle/>
          <a:p>
            <a:r>
              <a:rPr lang="en-US" dirty="0"/>
              <a:t>Group Changes</a:t>
            </a:r>
          </a:p>
        </p:txBody>
      </p:sp>
      <p:sp>
        <p:nvSpPr>
          <p:cNvPr id="3" name="Content Placeholder 2"/>
          <p:cNvSpPr>
            <a:spLocks noGrp="1"/>
          </p:cNvSpPr>
          <p:nvPr>
            <p:ph idx="1"/>
          </p:nvPr>
        </p:nvSpPr>
        <p:spPr>
          <a:xfrm>
            <a:off x="809624" y="1533905"/>
            <a:ext cx="10621963" cy="4310303"/>
          </a:xfrm>
        </p:spPr>
        <p:txBody>
          <a:bodyPr/>
          <a:lstStyle/>
          <a:p>
            <a:pPr marL="0" indent="0">
              <a:buNone/>
            </a:pPr>
            <a:r>
              <a:rPr lang="lt-LT" sz="2800" b="1" dirty="0" err="1"/>
              <a:t>git</a:t>
            </a:r>
            <a:r>
              <a:rPr lang="lt-LT" sz="2800" b="1" dirty="0"/>
              <a:t> </a:t>
            </a:r>
            <a:r>
              <a:rPr lang="en-US" sz="2800" b="1" dirty="0"/>
              <a:t>rebase</a:t>
            </a:r>
            <a:r>
              <a:rPr lang="lt-LT" sz="2800" b="1" dirty="0"/>
              <a:t> [</a:t>
            </a:r>
            <a:r>
              <a:rPr lang="lt-LT" sz="2800" b="1" dirty="0" err="1"/>
              <a:t>branch</a:t>
            </a:r>
            <a:r>
              <a:rPr lang="lt-LT" sz="2800" b="1" dirty="0"/>
              <a:t>]</a:t>
            </a:r>
            <a:endParaRPr lang="en-US" sz="2800" b="1" dirty="0"/>
          </a:p>
          <a:p>
            <a:pPr lvl="1"/>
            <a:r>
              <a:rPr lang="en-US" sz="2400" dirty="0"/>
              <a:t> Rebases specified branch's history into the current branch</a:t>
            </a:r>
          </a:p>
          <a:p>
            <a:pPr lvl="1"/>
            <a:endParaRPr lang="en-US" sz="2400" dirty="0"/>
          </a:p>
          <a:p>
            <a:pPr marL="0" indent="0">
              <a:buNone/>
            </a:pPr>
            <a:r>
              <a:rPr lang="lt-LT" sz="2800" b="1" dirty="0" err="1"/>
              <a:t>git</a:t>
            </a:r>
            <a:r>
              <a:rPr lang="lt-LT" sz="2800" b="1" dirty="0"/>
              <a:t> </a:t>
            </a:r>
            <a:r>
              <a:rPr lang="en-US" sz="2800" b="1" dirty="0"/>
              <a:t>rebase</a:t>
            </a:r>
            <a:r>
              <a:rPr lang="lt-LT" sz="2800" b="1" dirty="0"/>
              <a:t> </a:t>
            </a:r>
            <a:r>
              <a:rPr lang="en-US" sz="2800" b="1" dirty="0"/>
              <a:t>--continue</a:t>
            </a:r>
          </a:p>
          <a:p>
            <a:pPr lvl="1"/>
            <a:r>
              <a:rPr lang="en-US" sz="2400" dirty="0"/>
              <a:t> Continue to the next conflict</a:t>
            </a:r>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29</a:t>
            </a:fld>
            <a:endParaRPr lang="en-GB" noProof="0" dirty="0"/>
          </a:p>
        </p:txBody>
      </p:sp>
    </p:spTree>
    <p:extLst>
      <p:ext uri="{BB962C8B-B14F-4D97-AF65-F5344CB8AC3E}">
        <p14:creationId xmlns:p14="http://schemas.microsoft.com/office/powerpoint/2010/main" val="33820516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lt-LT" dirty="0" err="1"/>
              <a:t>Remotes</a:t>
            </a:r>
            <a:endParaRPr lang="en-US" dirty="0"/>
          </a:p>
        </p:txBody>
      </p:sp>
      <p:sp>
        <p:nvSpPr>
          <p:cNvPr id="3" name="Content Placeholder 2"/>
          <p:cNvSpPr>
            <a:spLocks noGrp="1"/>
          </p:cNvSpPr>
          <p:nvPr>
            <p:ph idx="1"/>
          </p:nvPr>
        </p:nvSpPr>
        <p:spPr>
          <a:xfrm>
            <a:off x="809624" y="1533905"/>
            <a:ext cx="10621963" cy="4310303"/>
          </a:xfrm>
        </p:spPr>
        <p:txBody>
          <a:bodyPr/>
          <a:lstStyle/>
          <a:p>
            <a:pPr marL="0" indent="0">
              <a:buNone/>
            </a:pPr>
            <a:r>
              <a:rPr lang="en-US" sz="2800" b="1" dirty="0"/>
              <a:t>git remote add [remote-name] [</a:t>
            </a:r>
            <a:r>
              <a:rPr lang="en-US" sz="2800" b="1" dirty="0" err="1"/>
              <a:t>url</a:t>
            </a:r>
            <a:r>
              <a:rPr lang="en-US" sz="2800" b="1" dirty="0"/>
              <a:t>]</a:t>
            </a:r>
          </a:p>
          <a:p>
            <a:pPr lvl="1"/>
            <a:r>
              <a:rPr lang="en-US" sz="2400" dirty="0"/>
              <a:t> Add a new remote git repository as a </a:t>
            </a:r>
            <a:r>
              <a:rPr lang="en-US" sz="2400" dirty="0" err="1"/>
              <a:t>shortname</a:t>
            </a:r>
            <a:r>
              <a:rPr lang="en-US" sz="2400" dirty="0"/>
              <a:t> </a:t>
            </a:r>
          </a:p>
          <a:p>
            <a:pPr lvl="1"/>
            <a:endParaRPr lang="en-US" sz="2400" dirty="0"/>
          </a:p>
          <a:p>
            <a:pPr marL="0" indent="0">
              <a:buNone/>
            </a:pPr>
            <a:r>
              <a:rPr lang="fr-FR" sz="2800" b="1" dirty="0"/>
              <a:t>git </a:t>
            </a:r>
            <a:r>
              <a:rPr lang="fr-FR" sz="2800" b="1" dirty="0" err="1"/>
              <a:t>remote</a:t>
            </a:r>
            <a:r>
              <a:rPr lang="fr-FR" sz="2800" b="1" dirty="0"/>
              <a:t> -v</a:t>
            </a:r>
            <a:endParaRPr lang="en-US" sz="2800" b="1" dirty="0"/>
          </a:p>
          <a:p>
            <a:pPr lvl="1"/>
            <a:r>
              <a:rPr lang="en-US" sz="2400" dirty="0"/>
              <a:t> Lists all remote git repositories</a:t>
            </a:r>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30</a:t>
            </a:fld>
            <a:endParaRPr lang="en-GB" noProof="0" dirty="0"/>
          </a:p>
        </p:txBody>
      </p:sp>
    </p:spTree>
    <p:extLst>
      <p:ext uri="{BB962C8B-B14F-4D97-AF65-F5344CB8AC3E}">
        <p14:creationId xmlns:p14="http://schemas.microsoft.com/office/powerpoint/2010/main" val="19326652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Synchronize Changes</a:t>
            </a:r>
          </a:p>
        </p:txBody>
      </p:sp>
      <p:sp>
        <p:nvSpPr>
          <p:cNvPr id="3" name="Content Placeholder 2"/>
          <p:cNvSpPr>
            <a:spLocks noGrp="1"/>
          </p:cNvSpPr>
          <p:nvPr>
            <p:ph idx="1"/>
          </p:nvPr>
        </p:nvSpPr>
        <p:spPr>
          <a:xfrm>
            <a:off x="809624" y="1533905"/>
            <a:ext cx="10367457" cy="4310303"/>
          </a:xfrm>
        </p:spPr>
        <p:txBody>
          <a:bodyPr/>
          <a:lstStyle/>
          <a:p>
            <a:pPr marL="0" indent="0">
              <a:buNone/>
            </a:pPr>
            <a:r>
              <a:rPr lang="en-US" sz="2800" b="1" dirty="0"/>
              <a:t>git push [alias] [branch]</a:t>
            </a:r>
          </a:p>
          <a:p>
            <a:pPr lvl="1"/>
            <a:r>
              <a:rPr lang="en-US" sz="2400" dirty="0"/>
              <a:t> Uploads all local branch commits to remote repo branch</a:t>
            </a:r>
          </a:p>
          <a:p>
            <a:pPr lvl="1"/>
            <a:endParaRPr lang="en-US" sz="2400" dirty="0"/>
          </a:p>
          <a:p>
            <a:pPr marL="0" indent="0">
              <a:buNone/>
            </a:pPr>
            <a:r>
              <a:rPr lang="en-US" sz="2800" b="1" dirty="0"/>
              <a:t>git push -u [alias] [branch]</a:t>
            </a:r>
          </a:p>
          <a:p>
            <a:pPr lvl="1"/>
            <a:r>
              <a:rPr lang="en-US" sz="2400" dirty="0"/>
              <a:t> Sets upstream and uploads all local branch commits to remote repo branch (used only first time pushing a new branch)</a:t>
            </a:r>
          </a:p>
          <a:p>
            <a:pPr lvl="1"/>
            <a:endParaRPr lang="en-US" sz="2400" dirty="0"/>
          </a:p>
          <a:p>
            <a:pPr marL="0" indent="0">
              <a:buNone/>
            </a:pPr>
            <a:r>
              <a:rPr lang="fr-FR" sz="2800" b="1" dirty="0"/>
              <a:t>git pull</a:t>
            </a:r>
            <a:endParaRPr lang="en-US" sz="2800" b="1" dirty="0"/>
          </a:p>
          <a:p>
            <a:pPr lvl="1"/>
            <a:r>
              <a:rPr lang="en-US" sz="2400" dirty="0"/>
              <a:t> Fetches and merges any commits from the tracking remote branch</a:t>
            </a:r>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31</a:t>
            </a:fld>
            <a:endParaRPr lang="en-GB" noProof="0" dirty="0"/>
          </a:p>
        </p:txBody>
      </p:sp>
    </p:spTree>
    <p:extLst>
      <p:ext uri="{BB962C8B-B14F-4D97-AF65-F5344CB8AC3E}">
        <p14:creationId xmlns:p14="http://schemas.microsoft.com/office/powerpoint/2010/main" val="16978150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A573322-761F-4425-B195-7FB7D17DDC71}"/>
              </a:ext>
            </a:extLst>
          </p:cNvPr>
          <p:cNvPicPr>
            <a:picLocks noChangeAspect="1"/>
          </p:cNvPicPr>
          <p:nvPr/>
        </p:nvPicPr>
        <p:blipFill>
          <a:blip r:embed="rId3"/>
          <a:stretch>
            <a:fillRect/>
          </a:stretch>
        </p:blipFill>
        <p:spPr>
          <a:xfrm>
            <a:off x="2430684" y="208369"/>
            <a:ext cx="7138116" cy="6272104"/>
          </a:xfrm>
          <a:prstGeom prst="rect">
            <a:avLst/>
          </a:prstGeom>
        </p:spPr>
      </p:pic>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32</a:t>
            </a:fld>
            <a:endParaRPr lang="en-GB" noProof="0" dirty="0"/>
          </a:p>
        </p:txBody>
      </p:sp>
    </p:spTree>
    <p:extLst>
      <p:ext uri="{BB962C8B-B14F-4D97-AF65-F5344CB8AC3E}">
        <p14:creationId xmlns:p14="http://schemas.microsoft.com/office/powerpoint/2010/main" val="24928137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Synchronize Changes</a:t>
            </a:r>
          </a:p>
        </p:txBody>
      </p:sp>
      <p:sp>
        <p:nvSpPr>
          <p:cNvPr id="3" name="Content Placeholder 2"/>
          <p:cNvSpPr>
            <a:spLocks noGrp="1"/>
          </p:cNvSpPr>
          <p:nvPr>
            <p:ph idx="1"/>
          </p:nvPr>
        </p:nvSpPr>
        <p:spPr>
          <a:xfrm>
            <a:off x="809624" y="1533905"/>
            <a:ext cx="10621963" cy="4310303"/>
          </a:xfrm>
        </p:spPr>
        <p:txBody>
          <a:bodyPr/>
          <a:lstStyle/>
          <a:p>
            <a:pPr marL="0" indent="0">
              <a:buNone/>
            </a:pPr>
            <a:r>
              <a:rPr lang="fr-FR" sz="2800" b="1" dirty="0"/>
              <a:t>git merge [alias]/[</a:t>
            </a:r>
            <a:r>
              <a:rPr lang="fr-FR" sz="2800" b="1" dirty="0" err="1"/>
              <a:t>branch</a:t>
            </a:r>
            <a:r>
              <a:rPr lang="fr-FR" sz="2800" b="1" dirty="0"/>
              <a:t>]</a:t>
            </a:r>
            <a:endParaRPr lang="en-US" sz="2800" b="1" dirty="0"/>
          </a:p>
          <a:p>
            <a:pPr lvl="1"/>
            <a:r>
              <a:rPr lang="en-US" sz="2400" dirty="0"/>
              <a:t>merges a remote branch into your current branch to bring it up to date</a:t>
            </a:r>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33</a:t>
            </a:fld>
            <a:endParaRPr lang="en-GB" noProof="0" dirty="0"/>
          </a:p>
        </p:txBody>
      </p:sp>
    </p:spTree>
    <p:extLst>
      <p:ext uri="{BB962C8B-B14F-4D97-AF65-F5344CB8AC3E}">
        <p14:creationId xmlns:p14="http://schemas.microsoft.com/office/powerpoint/2010/main" val="39907364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Useful stuff</a:t>
            </a:r>
          </a:p>
        </p:txBody>
      </p:sp>
      <p:sp>
        <p:nvSpPr>
          <p:cNvPr id="3" name="Content Placeholder 2"/>
          <p:cNvSpPr>
            <a:spLocks noGrp="1"/>
          </p:cNvSpPr>
          <p:nvPr>
            <p:ph idx="1"/>
          </p:nvPr>
        </p:nvSpPr>
        <p:spPr>
          <a:xfrm>
            <a:off x="809624" y="1533905"/>
            <a:ext cx="10621963" cy="4310303"/>
          </a:xfrm>
        </p:spPr>
        <p:txBody>
          <a:bodyPr/>
          <a:lstStyle/>
          <a:p>
            <a:pPr marL="0" indent="0">
              <a:buNone/>
            </a:pPr>
            <a:r>
              <a:rPr lang="fr-FR" sz="2800" b="1" dirty="0"/>
              <a:t>git </a:t>
            </a:r>
            <a:r>
              <a:rPr lang="fr-FR" sz="2800" b="1"/>
              <a:t>config --</a:t>
            </a:r>
            <a:r>
              <a:rPr lang="fr-FR" sz="2800" b="1" dirty="0"/>
              <a:t>system </a:t>
            </a:r>
            <a:r>
              <a:rPr lang="fr-FR" sz="2800" b="1" dirty="0" err="1"/>
              <a:t>core.editor</a:t>
            </a:r>
            <a:r>
              <a:rPr lang="fr-FR" sz="2800" b="1" dirty="0"/>
              <a:t> </a:t>
            </a:r>
            <a:r>
              <a:rPr lang="fr-FR" sz="2800" b="1" dirty="0" err="1"/>
              <a:t>notepad</a:t>
            </a:r>
            <a:endParaRPr lang="en-US" sz="2800" b="1" dirty="0"/>
          </a:p>
          <a:p>
            <a:pPr lvl="1"/>
            <a:r>
              <a:rPr lang="en-US" sz="2400" dirty="0"/>
              <a:t> sets notepad as a default editor</a:t>
            </a:r>
          </a:p>
          <a:p>
            <a:pPr marL="0" indent="0">
              <a:buNone/>
            </a:pPr>
            <a:endParaRPr lang="en-US" sz="2400" dirty="0"/>
          </a:p>
          <a:p>
            <a:pPr marL="0" indent="0">
              <a:buNone/>
            </a:pPr>
            <a:r>
              <a:rPr lang="fr-FR" sz="2800" b="1" dirty="0"/>
              <a:t>git config --global alias.[alias </a:t>
            </a:r>
            <a:r>
              <a:rPr lang="fr-FR" sz="2800" b="1" dirty="0" err="1"/>
              <a:t>name</a:t>
            </a:r>
            <a:r>
              <a:rPr lang="fr-FR" sz="2800" b="1" dirty="0"/>
              <a:t>] ‘[command]’</a:t>
            </a:r>
            <a:endParaRPr lang="en-US" sz="2800" b="1" dirty="0"/>
          </a:p>
          <a:p>
            <a:pPr lvl="1"/>
            <a:r>
              <a:rPr lang="en-US" sz="2400" dirty="0"/>
              <a:t> creates an alias for specified command</a:t>
            </a:r>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34</a:t>
            </a:fld>
            <a:endParaRPr lang="en-GB" noProof="0" dirty="0"/>
          </a:p>
        </p:txBody>
      </p:sp>
    </p:spTree>
    <p:extLst>
      <p:ext uri="{BB962C8B-B14F-4D97-AF65-F5344CB8AC3E}">
        <p14:creationId xmlns:p14="http://schemas.microsoft.com/office/powerpoint/2010/main" val="15088462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dirty="0" err="1"/>
              <a:t>gitignore</a:t>
            </a:r>
            <a:endParaRPr lang="en-US" dirty="0"/>
          </a:p>
        </p:txBody>
      </p:sp>
      <p:sp>
        <p:nvSpPr>
          <p:cNvPr id="3" name="Content Placeholder 2"/>
          <p:cNvSpPr>
            <a:spLocks noGrp="1"/>
          </p:cNvSpPr>
          <p:nvPr>
            <p:ph idx="1"/>
          </p:nvPr>
        </p:nvSpPr>
        <p:spPr>
          <a:xfrm>
            <a:off x="809624" y="1533905"/>
            <a:ext cx="10621963" cy="4310303"/>
          </a:xfrm>
        </p:spPr>
        <p:txBody>
          <a:bodyPr/>
          <a:lstStyle/>
          <a:p>
            <a:r>
              <a:rPr lang="en-US" sz="3200" dirty="0"/>
              <a:t>.</a:t>
            </a:r>
            <a:r>
              <a:rPr lang="en-US" sz="3200" dirty="0" err="1"/>
              <a:t>gitignore</a:t>
            </a:r>
            <a:r>
              <a:rPr lang="en-US" sz="3200" dirty="0"/>
              <a:t> – file, that tells git which files (or patterns) it should ignore. It's usually used to avoid committing transient files from your working directory that aren't useful to other collaborators, such as compilation products, temporary files IDEs create, etc.</a:t>
            </a:r>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35</a:t>
            </a:fld>
            <a:endParaRPr lang="en-GB" noProof="0" dirty="0"/>
          </a:p>
        </p:txBody>
      </p:sp>
    </p:spTree>
    <p:extLst>
      <p:ext uri="{BB962C8B-B14F-4D97-AF65-F5344CB8AC3E}">
        <p14:creationId xmlns:p14="http://schemas.microsoft.com/office/powerpoint/2010/main" val="21381771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Useful</a:t>
            </a:r>
            <a:r>
              <a:rPr lang="lt-LT" dirty="0"/>
              <a:t> links</a:t>
            </a:r>
            <a:endParaRPr lang="en-US" dirty="0"/>
          </a:p>
        </p:txBody>
      </p:sp>
      <p:sp>
        <p:nvSpPr>
          <p:cNvPr id="3" name="Content Placeholder 2"/>
          <p:cNvSpPr>
            <a:spLocks noGrp="1"/>
          </p:cNvSpPr>
          <p:nvPr>
            <p:ph idx="1"/>
          </p:nvPr>
        </p:nvSpPr>
        <p:spPr>
          <a:xfrm>
            <a:off x="809624" y="1533905"/>
            <a:ext cx="10621963" cy="4310303"/>
          </a:xfrm>
        </p:spPr>
        <p:txBody>
          <a:bodyPr/>
          <a:lstStyle/>
          <a:p>
            <a:r>
              <a:rPr lang="en-US" sz="3200" dirty="0">
                <a:hlinkClick r:id="rId3"/>
              </a:rPr>
              <a:t>https://git-scm.com/book/en/v2</a:t>
            </a:r>
            <a:endParaRPr lang="en-US" sz="3200" dirty="0"/>
          </a:p>
          <a:p>
            <a:r>
              <a:rPr lang="en-US" sz="3200" dirty="0">
                <a:hlinkClick r:id="rId4"/>
              </a:rPr>
              <a:t>https://www.google.com/</a:t>
            </a:r>
            <a:endParaRPr lang="en-US" sz="3200" dirty="0"/>
          </a:p>
          <a:p>
            <a:endParaRPr lang="en-US" sz="3200" dirty="0"/>
          </a:p>
          <a:p>
            <a:r>
              <a:rPr lang="en-US" sz="3200" dirty="0">
                <a:hlinkClick r:id="rId5"/>
              </a:rPr>
              <a:t>https://education.github.com/git-cheat-sheet-education.pdf</a:t>
            </a:r>
            <a:endParaRPr lang="en-US" sz="3200" dirty="0"/>
          </a:p>
          <a:p>
            <a:endParaRPr lang="en-US" sz="3200" dirty="0"/>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36</a:t>
            </a:fld>
            <a:endParaRPr lang="en-GB" noProof="0" dirty="0"/>
          </a:p>
        </p:txBody>
      </p:sp>
    </p:spTree>
    <p:extLst>
      <p:ext uri="{BB962C8B-B14F-4D97-AF65-F5344CB8AC3E}">
        <p14:creationId xmlns:p14="http://schemas.microsoft.com/office/powerpoint/2010/main" val="8438370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 r="4"/>
          <a:stretch>
            <a:fillRect/>
          </a:stretch>
        </p:blipFill>
        <p:spPr/>
      </p:pic>
      <p:sp>
        <p:nvSpPr>
          <p:cNvPr id="7" name="Title 6"/>
          <p:cNvSpPr>
            <a:spLocks noGrp="1"/>
          </p:cNvSpPr>
          <p:nvPr>
            <p:ph type="ctrTitle"/>
          </p:nvPr>
        </p:nvSpPr>
        <p:spPr/>
        <p:txBody>
          <a:bodyPr/>
          <a:lstStyle/>
          <a:p>
            <a:r>
              <a:rPr lang="en-US" dirty="0"/>
              <a:t>Thank you!</a:t>
            </a:r>
            <a:br>
              <a:rPr lang="en-US" dirty="0"/>
            </a:br>
            <a:r>
              <a:rPr lang="en-US" dirty="0"/>
              <a:t>Questions?</a:t>
            </a:r>
            <a:endParaRPr lang="en-GB" dirty="0"/>
          </a:p>
        </p:txBody>
      </p:sp>
      <p:sp>
        <p:nvSpPr>
          <p:cNvPr id="8" name="Subtitle 7"/>
          <p:cNvSpPr>
            <a:spLocks noGrp="1"/>
          </p:cNvSpPr>
          <p:nvPr>
            <p:ph type="subTitle" idx="1"/>
          </p:nvPr>
        </p:nvSpPr>
        <p:spPr/>
        <p:txBody>
          <a:bodyPr/>
          <a:lstStyle/>
          <a:p>
            <a:pPr>
              <a:buNone/>
            </a:pPr>
            <a:endParaRPr lang="en-GB" dirty="0"/>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24C8C45C-947F-4981-8B3F-4F32E973C901}" type="slidenum">
              <a:rPr lang="en-GB" smtClean="0"/>
              <a:pPr/>
              <a:t>37</a:t>
            </a:fld>
            <a:endParaRPr lang="en-GB" dirty="0"/>
          </a:p>
        </p:txBody>
      </p:sp>
    </p:spTree>
    <p:extLst>
      <p:ext uri="{BB962C8B-B14F-4D97-AF65-F5344CB8AC3E}">
        <p14:creationId xmlns:p14="http://schemas.microsoft.com/office/powerpoint/2010/main" val="37135781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 r="4"/>
          <a:stretch>
            <a:fillRect/>
          </a:stretch>
        </p:blipFill>
        <p:spPr/>
      </p:pic>
      <p:sp>
        <p:nvSpPr>
          <p:cNvPr id="7" name="Title 6"/>
          <p:cNvSpPr>
            <a:spLocks noGrp="1"/>
          </p:cNvSpPr>
          <p:nvPr>
            <p:ph type="ctrTitle"/>
          </p:nvPr>
        </p:nvSpPr>
        <p:spPr/>
        <p:txBody>
          <a:bodyPr/>
          <a:lstStyle/>
          <a:p>
            <a:r>
              <a:rPr lang="en-US" dirty="0"/>
              <a:t>Practice</a:t>
            </a:r>
            <a:br>
              <a:rPr lang="en-US" dirty="0"/>
            </a:br>
            <a:r>
              <a:rPr lang="en-US" dirty="0"/>
              <a:t>(part 1)</a:t>
            </a:r>
            <a:endParaRPr lang="en-GB" dirty="0"/>
          </a:p>
        </p:txBody>
      </p:sp>
      <p:sp>
        <p:nvSpPr>
          <p:cNvPr id="8" name="Subtitle 7"/>
          <p:cNvSpPr>
            <a:spLocks noGrp="1"/>
          </p:cNvSpPr>
          <p:nvPr>
            <p:ph type="subTitle" idx="1"/>
          </p:nvPr>
        </p:nvSpPr>
        <p:spPr/>
        <p:txBody>
          <a:bodyPr/>
          <a:lstStyle/>
          <a:p>
            <a:pPr>
              <a:buNone/>
            </a:pPr>
            <a:endParaRPr lang="en-GB" dirty="0"/>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24C8C45C-947F-4981-8B3F-4F32E973C901}" type="slidenum">
              <a:rPr lang="en-GB" smtClean="0"/>
              <a:pPr/>
              <a:t>38</a:t>
            </a:fld>
            <a:endParaRPr lang="en-GB" dirty="0"/>
          </a:p>
        </p:txBody>
      </p:sp>
    </p:spTree>
    <p:extLst>
      <p:ext uri="{BB962C8B-B14F-4D97-AF65-F5344CB8AC3E}">
        <p14:creationId xmlns:p14="http://schemas.microsoft.com/office/powerpoint/2010/main" val="42359576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4224" y="481665"/>
            <a:ext cx="10671175" cy="1052240"/>
          </a:xfrm>
        </p:spPr>
        <p:txBody>
          <a:bodyPr/>
          <a:lstStyle/>
          <a:p>
            <a:r>
              <a:rPr lang="en-US" dirty="0"/>
              <a:t>Task</a:t>
            </a:r>
            <a:r>
              <a:rPr lang="lt-LT" dirty="0"/>
              <a:t> </a:t>
            </a:r>
            <a:r>
              <a:rPr lang="en-US" dirty="0"/>
              <a:t>#</a:t>
            </a:r>
            <a:r>
              <a:rPr lang="lt-LT" dirty="0"/>
              <a:t>0</a:t>
            </a:r>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39</a:t>
            </a:fld>
            <a:endParaRPr lang="en-GB" noProof="0" dirty="0"/>
          </a:p>
        </p:txBody>
      </p:sp>
      <p:sp>
        <p:nvSpPr>
          <p:cNvPr id="9" name="Content Placeholder 2">
            <a:extLst>
              <a:ext uri="{FF2B5EF4-FFF2-40B4-BE49-F238E27FC236}">
                <a16:creationId xmlns:a16="http://schemas.microsoft.com/office/drawing/2014/main" id="{6FBA3C69-E815-40A0-901C-A5E3695FC5A5}"/>
              </a:ext>
            </a:extLst>
          </p:cNvPr>
          <p:cNvSpPr>
            <a:spLocks noGrp="1"/>
          </p:cNvSpPr>
          <p:nvPr>
            <p:ph idx="1"/>
          </p:nvPr>
        </p:nvSpPr>
        <p:spPr>
          <a:xfrm>
            <a:off x="809624" y="1533905"/>
            <a:ext cx="10621963" cy="4310303"/>
          </a:xfrm>
        </p:spPr>
        <p:txBody>
          <a:bodyPr/>
          <a:lstStyle/>
          <a:p>
            <a:r>
              <a:rPr lang="lt-LT" sz="3200" dirty="0" err="1"/>
              <a:t>Configure</a:t>
            </a:r>
            <a:r>
              <a:rPr lang="lt-LT" sz="3200" dirty="0"/>
              <a:t> </a:t>
            </a:r>
            <a:r>
              <a:rPr lang="lt-LT" sz="3200" dirty="0" err="1"/>
              <a:t>git</a:t>
            </a:r>
            <a:endParaRPr lang="lt-LT" sz="3200" dirty="0"/>
          </a:p>
          <a:p>
            <a:pPr lvl="1"/>
            <a:r>
              <a:rPr lang="lt-LT" sz="2800" dirty="0"/>
              <a:t> </a:t>
            </a:r>
            <a:r>
              <a:rPr lang="lt-LT" sz="2800" dirty="0" err="1"/>
              <a:t>set</a:t>
            </a:r>
            <a:r>
              <a:rPr lang="lt-LT" sz="2800" dirty="0"/>
              <a:t> </a:t>
            </a:r>
            <a:r>
              <a:rPr lang="lt-LT" sz="2800" dirty="0" err="1"/>
              <a:t>user</a:t>
            </a:r>
            <a:r>
              <a:rPr lang="lt-LT" sz="2800" dirty="0"/>
              <a:t> name</a:t>
            </a:r>
          </a:p>
          <a:p>
            <a:pPr lvl="1"/>
            <a:r>
              <a:rPr lang="lt-LT" sz="2800" dirty="0"/>
              <a:t> </a:t>
            </a:r>
            <a:r>
              <a:rPr lang="lt-LT" sz="2800" dirty="0" err="1"/>
              <a:t>set</a:t>
            </a:r>
            <a:r>
              <a:rPr lang="lt-LT" sz="2800" dirty="0"/>
              <a:t> </a:t>
            </a:r>
            <a:r>
              <a:rPr lang="lt-LT" sz="2800" dirty="0" err="1"/>
              <a:t>email</a:t>
            </a:r>
            <a:endParaRPr lang="lt-LT" sz="2800" dirty="0"/>
          </a:p>
          <a:p>
            <a:pPr lvl="1"/>
            <a:r>
              <a:rPr lang="lt-LT" sz="2800" dirty="0"/>
              <a:t> </a:t>
            </a:r>
            <a:r>
              <a:rPr lang="lt-LT" sz="2800" dirty="0" err="1"/>
              <a:t>set</a:t>
            </a:r>
            <a:r>
              <a:rPr lang="lt-LT" sz="2800" dirty="0"/>
              <a:t> </a:t>
            </a:r>
            <a:r>
              <a:rPr lang="lt-LT" sz="2800" dirty="0" err="1"/>
              <a:t>default</a:t>
            </a:r>
            <a:r>
              <a:rPr lang="lt-LT" sz="2800" dirty="0"/>
              <a:t> </a:t>
            </a:r>
            <a:r>
              <a:rPr lang="lt-LT" sz="2800" dirty="0" err="1"/>
              <a:t>text</a:t>
            </a:r>
            <a:r>
              <a:rPr lang="lt-LT" sz="2800" dirty="0"/>
              <a:t> </a:t>
            </a:r>
            <a:r>
              <a:rPr lang="lt-LT" sz="2800"/>
              <a:t>editor</a:t>
            </a:r>
            <a:endParaRPr lang="lt-LT" sz="2800" dirty="0"/>
          </a:p>
        </p:txBody>
      </p:sp>
    </p:spTree>
    <p:extLst>
      <p:ext uri="{BB962C8B-B14F-4D97-AF65-F5344CB8AC3E}">
        <p14:creationId xmlns:p14="http://schemas.microsoft.com/office/powerpoint/2010/main" val="19773801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4224" y="481665"/>
            <a:ext cx="10671175" cy="1052240"/>
          </a:xfrm>
        </p:spPr>
        <p:txBody>
          <a:bodyPr/>
          <a:lstStyle/>
          <a:p>
            <a:r>
              <a:rPr lang="en-US" dirty="0"/>
              <a:t>Task</a:t>
            </a:r>
            <a:r>
              <a:rPr lang="lt-LT" dirty="0"/>
              <a:t> </a:t>
            </a:r>
            <a:r>
              <a:rPr lang="en-US" dirty="0"/>
              <a:t>#1</a:t>
            </a:r>
            <a:endParaRPr lang="lt-LT" dirty="0"/>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40</a:t>
            </a:fld>
            <a:endParaRPr lang="en-GB" noProof="0" dirty="0"/>
          </a:p>
        </p:txBody>
      </p:sp>
      <p:sp>
        <p:nvSpPr>
          <p:cNvPr id="9" name="Content Placeholder 2">
            <a:extLst>
              <a:ext uri="{FF2B5EF4-FFF2-40B4-BE49-F238E27FC236}">
                <a16:creationId xmlns:a16="http://schemas.microsoft.com/office/drawing/2014/main" id="{6FBA3C69-E815-40A0-901C-A5E3695FC5A5}"/>
              </a:ext>
            </a:extLst>
          </p:cNvPr>
          <p:cNvSpPr>
            <a:spLocks noGrp="1"/>
          </p:cNvSpPr>
          <p:nvPr>
            <p:ph idx="1"/>
          </p:nvPr>
        </p:nvSpPr>
        <p:spPr>
          <a:xfrm>
            <a:off x="809624" y="1533905"/>
            <a:ext cx="10621963" cy="4310303"/>
          </a:xfrm>
        </p:spPr>
        <p:txBody>
          <a:bodyPr/>
          <a:lstStyle/>
          <a:p>
            <a:r>
              <a:rPr lang="en-US" sz="3200" dirty="0"/>
              <a:t>Initialize a new git project</a:t>
            </a:r>
          </a:p>
          <a:p>
            <a:r>
              <a:rPr lang="en-US" sz="3200" dirty="0"/>
              <a:t>Create a new file “readme.txt”</a:t>
            </a:r>
          </a:p>
          <a:p>
            <a:r>
              <a:rPr lang="en-US" sz="3200" dirty="0"/>
              <a:t>Commit changes to local repo</a:t>
            </a:r>
            <a:endParaRPr lang="lt-LT" sz="3200" dirty="0"/>
          </a:p>
        </p:txBody>
      </p:sp>
    </p:spTree>
    <p:extLst>
      <p:ext uri="{BB962C8B-B14F-4D97-AF65-F5344CB8AC3E}">
        <p14:creationId xmlns:p14="http://schemas.microsoft.com/office/powerpoint/2010/main" val="12045734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4224" y="481665"/>
            <a:ext cx="10671175" cy="1052240"/>
          </a:xfrm>
        </p:spPr>
        <p:txBody>
          <a:bodyPr/>
          <a:lstStyle/>
          <a:p>
            <a:r>
              <a:rPr lang="en-US" dirty="0"/>
              <a:t>Task</a:t>
            </a:r>
            <a:r>
              <a:rPr lang="lt-LT" dirty="0"/>
              <a:t> </a:t>
            </a:r>
            <a:r>
              <a:rPr lang="en-US" dirty="0"/>
              <a:t>#2</a:t>
            </a:r>
            <a:endParaRPr lang="lt-LT" dirty="0"/>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41</a:t>
            </a:fld>
            <a:endParaRPr lang="en-GB" noProof="0" dirty="0"/>
          </a:p>
        </p:txBody>
      </p:sp>
      <p:sp>
        <p:nvSpPr>
          <p:cNvPr id="9" name="Content Placeholder 2">
            <a:extLst>
              <a:ext uri="{FF2B5EF4-FFF2-40B4-BE49-F238E27FC236}">
                <a16:creationId xmlns:a16="http://schemas.microsoft.com/office/drawing/2014/main" id="{6FBA3C69-E815-40A0-901C-A5E3695FC5A5}"/>
              </a:ext>
            </a:extLst>
          </p:cNvPr>
          <p:cNvSpPr>
            <a:spLocks noGrp="1"/>
          </p:cNvSpPr>
          <p:nvPr>
            <p:ph idx="1"/>
          </p:nvPr>
        </p:nvSpPr>
        <p:spPr>
          <a:xfrm>
            <a:off x="809624" y="1533905"/>
            <a:ext cx="10621963" cy="4310303"/>
          </a:xfrm>
        </p:spPr>
        <p:txBody>
          <a:bodyPr/>
          <a:lstStyle/>
          <a:p>
            <a:r>
              <a:rPr lang="en-US" sz="3200" dirty="0"/>
              <a:t>Create a new directory “unwanted”</a:t>
            </a:r>
          </a:p>
          <a:p>
            <a:r>
              <a:rPr lang="en-US" sz="3200" dirty="0"/>
              <a:t>Create a new directory “important”</a:t>
            </a:r>
          </a:p>
          <a:p>
            <a:r>
              <a:rPr lang="en-US" sz="3200" dirty="0"/>
              <a:t>Create new files in each directories “file.txt”</a:t>
            </a:r>
          </a:p>
          <a:p>
            <a:r>
              <a:rPr lang="en-US" sz="3200" dirty="0"/>
              <a:t>Ignore “unwanted” </a:t>
            </a:r>
            <a:r>
              <a:rPr lang="en-US" sz="3200" dirty="0" err="1"/>
              <a:t>dir</a:t>
            </a:r>
            <a:endParaRPr lang="en-US" sz="3200" dirty="0"/>
          </a:p>
          <a:p>
            <a:r>
              <a:rPr lang="en-US" sz="3200" dirty="0"/>
              <a:t>Commit changes to local repo</a:t>
            </a:r>
          </a:p>
        </p:txBody>
      </p:sp>
    </p:spTree>
    <p:extLst>
      <p:ext uri="{BB962C8B-B14F-4D97-AF65-F5344CB8AC3E}">
        <p14:creationId xmlns:p14="http://schemas.microsoft.com/office/powerpoint/2010/main" val="1347379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4224" y="481665"/>
            <a:ext cx="10671175" cy="1052240"/>
          </a:xfrm>
        </p:spPr>
        <p:txBody>
          <a:bodyPr/>
          <a:lstStyle/>
          <a:p>
            <a:r>
              <a:rPr lang="en-US" dirty="0"/>
              <a:t>Task</a:t>
            </a:r>
            <a:r>
              <a:rPr lang="lt-LT" dirty="0"/>
              <a:t> </a:t>
            </a:r>
            <a:r>
              <a:rPr lang="en-US" dirty="0"/>
              <a:t>#3</a:t>
            </a:r>
            <a:endParaRPr lang="lt-LT" dirty="0"/>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42</a:t>
            </a:fld>
            <a:endParaRPr lang="en-GB" noProof="0" dirty="0"/>
          </a:p>
        </p:txBody>
      </p:sp>
      <p:sp>
        <p:nvSpPr>
          <p:cNvPr id="7" name="Content Placeholder 2">
            <a:extLst>
              <a:ext uri="{FF2B5EF4-FFF2-40B4-BE49-F238E27FC236}">
                <a16:creationId xmlns:a16="http://schemas.microsoft.com/office/drawing/2014/main" id="{236D5AD3-798D-4235-9534-A03E209C626B}"/>
              </a:ext>
            </a:extLst>
          </p:cNvPr>
          <p:cNvSpPr txBox="1">
            <a:spLocks/>
          </p:cNvSpPr>
          <p:nvPr/>
        </p:nvSpPr>
        <p:spPr>
          <a:xfrm>
            <a:off x="809624" y="1533905"/>
            <a:ext cx="10621963" cy="4310303"/>
          </a:xfrm>
          <a:prstGeom prst="rect">
            <a:avLst/>
          </a:prstGeom>
        </p:spPr>
        <p:txBody>
          <a:bodyPr vert="horz" lIns="0" tIns="0" rIns="0" bIns="0" rtlCol="0">
            <a:noAutofit/>
          </a:bodyPr>
          <a:lstStyle>
            <a:lvl1pPr marL="216000" indent="-216000" algn="l" defTabSz="914400" rtl="0" eaLnBrk="1" latinLnBrk="0" hangingPunct="1">
              <a:lnSpc>
                <a:spcPct val="100000"/>
              </a:lnSpc>
              <a:spcBef>
                <a:spcPts val="8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396000" indent="-1800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576000" indent="-180000" algn="l" defTabSz="914400" rtl="0" eaLnBrk="1" latinLnBrk="0" hangingPunct="1">
              <a:lnSpc>
                <a:spcPct val="100000"/>
              </a:lnSpc>
              <a:spcBef>
                <a:spcPts val="800"/>
              </a:spcBef>
              <a:buFont typeface="Arial" panose="020B0604020202020204" pitchFamily="34" charset="0"/>
              <a:buChar char="•"/>
              <a:defRPr sz="1600" kern="1200">
                <a:solidFill>
                  <a:schemeClr val="tx1"/>
                </a:solidFill>
                <a:latin typeface="+mn-lt"/>
                <a:ea typeface="+mn-ea"/>
                <a:cs typeface="+mn-cs"/>
              </a:defRPr>
            </a:lvl3pPr>
            <a:lvl4pPr marL="75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4pPr>
            <a:lvl5pPr marL="93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5pPr>
            <a:lvl6pPr marL="93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6pPr>
            <a:lvl7pPr marL="936000" indent="-180000" algn="l" defTabSz="914400" rtl="0" eaLnBrk="1" latinLnBrk="0" hangingPunct="1">
              <a:lnSpc>
                <a:spcPct val="100000"/>
              </a:lnSpc>
              <a:spcBef>
                <a:spcPts val="800"/>
              </a:spcBef>
              <a:buFont typeface="Arial" panose="020B0604020202020204" pitchFamily="34" charset="0"/>
              <a:buChar char="•"/>
              <a:defRPr sz="1400" kern="1200" baseline="0">
                <a:solidFill>
                  <a:schemeClr val="tx1"/>
                </a:solidFill>
                <a:latin typeface="+mn-lt"/>
                <a:ea typeface="+mn-ea"/>
                <a:cs typeface="+mn-cs"/>
              </a:defRPr>
            </a:lvl7pPr>
            <a:lvl8pPr marL="93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8pPr>
            <a:lvl9pPr marL="936000" indent="-180000" algn="l" defTabSz="914400" rtl="0" eaLnBrk="1" latinLnBrk="0" hangingPunct="1">
              <a:lnSpc>
                <a:spcPct val="100000"/>
              </a:lnSpc>
              <a:spcBef>
                <a:spcPts val="800"/>
              </a:spcBef>
              <a:buFont typeface="Arial" panose="020B0604020202020204" pitchFamily="34" charset="0"/>
              <a:buChar char="•"/>
              <a:defRPr sz="1400" kern="1200" baseline="0">
                <a:solidFill>
                  <a:schemeClr val="tx1"/>
                </a:solidFill>
                <a:latin typeface="+mn-lt"/>
                <a:ea typeface="+mn-ea"/>
                <a:cs typeface="+mn-cs"/>
              </a:defRPr>
            </a:lvl9pPr>
          </a:lstStyle>
          <a:p>
            <a:r>
              <a:rPr lang="en-US" sz="3200" dirty="0"/>
              <a:t>Create a new branch “feature”</a:t>
            </a:r>
          </a:p>
          <a:p>
            <a:r>
              <a:rPr lang="en-US" sz="3200" dirty="0"/>
              <a:t>Make some changes in that branch</a:t>
            </a:r>
          </a:p>
          <a:p>
            <a:r>
              <a:rPr lang="en-US" sz="3200" dirty="0"/>
              <a:t>Merge master with branch</a:t>
            </a:r>
          </a:p>
        </p:txBody>
      </p:sp>
    </p:spTree>
    <p:extLst>
      <p:ext uri="{BB962C8B-B14F-4D97-AF65-F5344CB8AC3E}">
        <p14:creationId xmlns:p14="http://schemas.microsoft.com/office/powerpoint/2010/main" val="18795225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4224" y="481665"/>
            <a:ext cx="10671175" cy="1052240"/>
          </a:xfrm>
        </p:spPr>
        <p:txBody>
          <a:bodyPr/>
          <a:lstStyle/>
          <a:p>
            <a:r>
              <a:rPr lang="en-US" dirty="0"/>
              <a:t>Task</a:t>
            </a:r>
            <a:r>
              <a:rPr lang="lt-LT" dirty="0"/>
              <a:t> </a:t>
            </a:r>
            <a:r>
              <a:rPr lang="en-US" dirty="0"/>
              <a:t>#4</a:t>
            </a:r>
            <a:endParaRPr lang="lt-LT" dirty="0"/>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43</a:t>
            </a:fld>
            <a:endParaRPr lang="en-GB" noProof="0" dirty="0"/>
          </a:p>
        </p:txBody>
      </p:sp>
      <p:sp>
        <p:nvSpPr>
          <p:cNvPr id="7" name="Content Placeholder 2">
            <a:extLst>
              <a:ext uri="{FF2B5EF4-FFF2-40B4-BE49-F238E27FC236}">
                <a16:creationId xmlns:a16="http://schemas.microsoft.com/office/drawing/2014/main" id="{236D5AD3-798D-4235-9534-A03E209C626B}"/>
              </a:ext>
            </a:extLst>
          </p:cNvPr>
          <p:cNvSpPr txBox="1">
            <a:spLocks/>
          </p:cNvSpPr>
          <p:nvPr/>
        </p:nvSpPr>
        <p:spPr>
          <a:xfrm>
            <a:off x="809624" y="1533905"/>
            <a:ext cx="10621963" cy="4310303"/>
          </a:xfrm>
          <a:prstGeom prst="rect">
            <a:avLst/>
          </a:prstGeom>
        </p:spPr>
        <p:txBody>
          <a:bodyPr vert="horz" lIns="0" tIns="0" rIns="0" bIns="0" rtlCol="0">
            <a:noAutofit/>
          </a:bodyPr>
          <a:lstStyle>
            <a:lvl1pPr marL="216000" indent="-216000" algn="l" defTabSz="914400" rtl="0" eaLnBrk="1" latinLnBrk="0" hangingPunct="1">
              <a:lnSpc>
                <a:spcPct val="100000"/>
              </a:lnSpc>
              <a:spcBef>
                <a:spcPts val="8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396000" indent="-1800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576000" indent="-180000" algn="l" defTabSz="914400" rtl="0" eaLnBrk="1" latinLnBrk="0" hangingPunct="1">
              <a:lnSpc>
                <a:spcPct val="100000"/>
              </a:lnSpc>
              <a:spcBef>
                <a:spcPts val="800"/>
              </a:spcBef>
              <a:buFont typeface="Arial" panose="020B0604020202020204" pitchFamily="34" charset="0"/>
              <a:buChar char="•"/>
              <a:defRPr sz="1600" kern="1200">
                <a:solidFill>
                  <a:schemeClr val="tx1"/>
                </a:solidFill>
                <a:latin typeface="+mn-lt"/>
                <a:ea typeface="+mn-ea"/>
                <a:cs typeface="+mn-cs"/>
              </a:defRPr>
            </a:lvl3pPr>
            <a:lvl4pPr marL="75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4pPr>
            <a:lvl5pPr marL="93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5pPr>
            <a:lvl6pPr marL="93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6pPr>
            <a:lvl7pPr marL="936000" indent="-180000" algn="l" defTabSz="914400" rtl="0" eaLnBrk="1" latinLnBrk="0" hangingPunct="1">
              <a:lnSpc>
                <a:spcPct val="100000"/>
              </a:lnSpc>
              <a:spcBef>
                <a:spcPts val="800"/>
              </a:spcBef>
              <a:buFont typeface="Arial" panose="020B0604020202020204" pitchFamily="34" charset="0"/>
              <a:buChar char="•"/>
              <a:defRPr sz="1400" kern="1200" baseline="0">
                <a:solidFill>
                  <a:schemeClr val="tx1"/>
                </a:solidFill>
                <a:latin typeface="+mn-lt"/>
                <a:ea typeface="+mn-ea"/>
                <a:cs typeface="+mn-cs"/>
              </a:defRPr>
            </a:lvl7pPr>
            <a:lvl8pPr marL="93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8pPr>
            <a:lvl9pPr marL="936000" indent="-180000" algn="l" defTabSz="914400" rtl="0" eaLnBrk="1" latinLnBrk="0" hangingPunct="1">
              <a:lnSpc>
                <a:spcPct val="100000"/>
              </a:lnSpc>
              <a:spcBef>
                <a:spcPts val="800"/>
              </a:spcBef>
              <a:buFont typeface="Arial" panose="020B0604020202020204" pitchFamily="34" charset="0"/>
              <a:buChar char="•"/>
              <a:defRPr sz="1400" kern="1200" baseline="0">
                <a:solidFill>
                  <a:schemeClr val="tx1"/>
                </a:solidFill>
                <a:latin typeface="+mn-lt"/>
                <a:ea typeface="+mn-ea"/>
                <a:cs typeface="+mn-cs"/>
              </a:defRPr>
            </a:lvl9pPr>
          </a:lstStyle>
          <a:p>
            <a:r>
              <a:rPr lang="en-US" sz="3200" dirty="0"/>
              <a:t>Create a new branch “conflicts” from master</a:t>
            </a:r>
          </a:p>
          <a:p>
            <a:r>
              <a:rPr lang="en-US" sz="3200" dirty="0"/>
              <a:t>Create conflicting commits in master and new branch</a:t>
            </a:r>
          </a:p>
          <a:p>
            <a:r>
              <a:rPr lang="en-US" sz="3200" dirty="0"/>
              <a:t>Merge master with branch (resolve conflict)</a:t>
            </a:r>
          </a:p>
        </p:txBody>
      </p:sp>
    </p:spTree>
    <p:extLst>
      <p:ext uri="{BB962C8B-B14F-4D97-AF65-F5344CB8AC3E}">
        <p14:creationId xmlns:p14="http://schemas.microsoft.com/office/powerpoint/2010/main" val="23188768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4224" y="481665"/>
            <a:ext cx="10671175" cy="1052240"/>
          </a:xfrm>
        </p:spPr>
        <p:txBody>
          <a:bodyPr/>
          <a:lstStyle/>
          <a:p>
            <a:r>
              <a:rPr lang="en-US" dirty="0"/>
              <a:t>Task</a:t>
            </a:r>
            <a:r>
              <a:rPr lang="lt-LT" dirty="0"/>
              <a:t> </a:t>
            </a:r>
            <a:r>
              <a:rPr lang="en-US" dirty="0"/>
              <a:t>#4 extra</a:t>
            </a:r>
            <a:endParaRPr lang="lt-LT" dirty="0"/>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44</a:t>
            </a:fld>
            <a:endParaRPr lang="en-GB" noProof="0" dirty="0"/>
          </a:p>
        </p:txBody>
      </p:sp>
      <p:sp>
        <p:nvSpPr>
          <p:cNvPr id="7" name="Content Placeholder 2">
            <a:extLst>
              <a:ext uri="{FF2B5EF4-FFF2-40B4-BE49-F238E27FC236}">
                <a16:creationId xmlns:a16="http://schemas.microsoft.com/office/drawing/2014/main" id="{236D5AD3-798D-4235-9534-A03E209C626B}"/>
              </a:ext>
            </a:extLst>
          </p:cNvPr>
          <p:cNvSpPr txBox="1">
            <a:spLocks/>
          </p:cNvSpPr>
          <p:nvPr/>
        </p:nvSpPr>
        <p:spPr>
          <a:xfrm>
            <a:off x="809624" y="1533905"/>
            <a:ext cx="10621963" cy="4310303"/>
          </a:xfrm>
          <a:prstGeom prst="rect">
            <a:avLst/>
          </a:prstGeom>
        </p:spPr>
        <p:txBody>
          <a:bodyPr vert="horz" lIns="0" tIns="0" rIns="0" bIns="0" rtlCol="0">
            <a:noAutofit/>
          </a:bodyPr>
          <a:lstStyle>
            <a:lvl1pPr marL="216000" indent="-216000" algn="l" defTabSz="914400" rtl="0" eaLnBrk="1" latinLnBrk="0" hangingPunct="1">
              <a:lnSpc>
                <a:spcPct val="100000"/>
              </a:lnSpc>
              <a:spcBef>
                <a:spcPts val="8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396000" indent="-1800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576000" indent="-180000" algn="l" defTabSz="914400" rtl="0" eaLnBrk="1" latinLnBrk="0" hangingPunct="1">
              <a:lnSpc>
                <a:spcPct val="100000"/>
              </a:lnSpc>
              <a:spcBef>
                <a:spcPts val="800"/>
              </a:spcBef>
              <a:buFont typeface="Arial" panose="020B0604020202020204" pitchFamily="34" charset="0"/>
              <a:buChar char="•"/>
              <a:defRPr sz="1600" kern="1200">
                <a:solidFill>
                  <a:schemeClr val="tx1"/>
                </a:solidFill>
                <a:latin typeface="+mn-lt"/>
                <a:ea typeface="+mn-ea"/>
                <a:cs typeface="+mn-cs"/>
              </a:defRPr>
            </a:lvl3pPr>
            <a:lvl4pPr marL="75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4pPr>
            <a:lvl5pPr marL="93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5pPr>
            <a:lvl6pPr marL="93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6pPr>
            <a:lvl7pPr marL="936000" indent="-180000" algn="l" defTabSz="914400" rtl="0" eaLnBrk="1" latinLnBrk="0" hangingPunct="1">
              <a:lnSpc>
                <a:spcPct val="100000"/>
              </a:lnSpc>
              <a:spcBef>
                <a:spcPts val="800"/>
              </a:spcBef>
              <a:buFont typeface="Arial" panose="020B0604020202020204" pitchFamily="34" charset="0"/>
              <a:buChar char="•"/>
              <a:defRPr sz="1400" kern="1200" baseline="0">
                <a:solidFill>
                  <a:schemeClr val="tx1"/>
                </a:solidFill>
                <a:latin typeface="+mn-lt"/>
                <a:ea typeface="+mn-ea"/>
                <a:cs typeface="+mn-cs"/>
              </a:defRPr>
            </a:lvl7pPr>
            <a:lvl8pPr marL="93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8pPr>
            <a:lvl9pPr marL="936000" indent="-180000" algn="l" defTabSz="914400" rtl="0" eaLnBrk="1" latinLnBrk="0" hangingPunct="1">
              <a:lnSpc>
                <a:spcPct val="100000"/>
              </a:lnSpc>
              <a:spcBef>
                <a:spcPts val="800"/>
              </a:spcBef>
              <a:buFont typeface="Arial" panose="020B0604020202020204" pitchFamily="34" charset="0"/>
              <a:buChar char="•"/>
              <a:defRPr sz="1400" kern="1200" baseline="0">
                <a:solidFill>
                  <a:schemeClr val="tx1"/>
                </a:solidFill>
                <a:latin typeface="+mn-lt"/>
                <a:ea typeface="+mn-ea"/>
                <a:cs typeface="+mn-cs"/>
              </a:defRPr>
            </a:lvl9pPr>
          </a:lstStyle>
          <a:p>
            <a:r>
              <a:rPr lang="en-US" sz="3200" dirty="0"/>
              <a:t>Create another conflicting commit in master and “conflicts” branch</a:t>
            </a:r>
          </a:p>
          <a:p>
            <a:r>
              <a:rPr lang="en-US" sz="3200" dirty="0"/>
              <a:t>Rebase master with branch</a:t>
            </a:r>
          </a:p>
        </p:txBody>
      </p:sp>
    </p:spTree>
    <p:extLst>
      <p:ext uri="{BB962C8B-B14F-4D97-AF65-F5344CB8AC3E}">
        <p14:creationId xmlns:p14="http://schemas.microsoft.com/office/powerpoint/2010/main" val="35972531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4224" y="481665"/>
            <a:ext cx="10671175" cy="1052240"/>
          </a:xfrm>
        </p:spPr>
        <p:txBody>
          <a:bodyPr/>
          <a:lstStyle/>
          <a:p>
            <a:r>
              <a:rPr lang="en-US" dirty="0"/>
              <a:t>Task</a:t>
            </a:r>
            <a:r>
              <a:rPr lang="lt-LT" dirty="0"/>
              <a:t> </a:t>
            </a:r>
            <a:r>
              <a:rPr lang="en-US" dirty="0"/>
              <a:t>#5</a:t>
            </a:r>
            <a:endParaRPr lang="lt-LT" dirty="0"/>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45</a:t>
            </a:fld>
            <a:endParaRPr lang="en-GB" noProof="0" dirty="0"/>
          </a:p>
        </p:txBody>
      </p:sp>
      <p:sp>
        <p:nvSpPr>
          <p:cNvPr id="7" name="Content Placeholder 2">
            <a:extLst>
              <a:ext uri="{FF2B5EF4-FFF2-40B4-BE49-F238E27FC236}">
                <a16:creationId xmlns:a16="http://schemas.microsoft.com/office/drawing/2014/main" id="{236D5AD3-798D-4235-9534-A03E209C626B}"/>
              </a:ext>
            </a:extLst>
          </p:cNvPr>
          <p:cNvSpPr txBox="1">
            <a:spLocks/>
          </p:cNvSpPr>
          <p:nvPr/>
        </p:nvSpPr>
        <p:spPr>
          <a:xfrm>
            <a:off x="809624" y="1533905"/>
            <a:ext cx="10621963" cy="4310303"/>
          </a:xfrm>
          <a:prstGeom prst="rect">
            <a:avLst/>
          </a:prstGeom>
        </p:spPr>
        <p:txBody>
          <a:bodyPr vert="horz" lIns="0" tIns="0" rIns="0" bIns="0" rtlCol="0">
            <a:noAutofit/>
          </a:bodyPr>
          <a:lstStyle>
            <a:lvl1pPr marL="216000" indent="-216000" algn="l" defTabSz="914400" rtl="0" eaLnBrk="1" latinLnBrk="0" hangingPunct="1">
              <a:lnSpc>
                <a:spcPct val="100000"/>
              </a:lnSpc>
              <a:spcBef>
                <a:spcPts val="8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396000" indent="-1800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576000" indent="-180000" algn="l" defTabSz="914400" rtl="0" eaLnBrk="1" latinLnBrk="0" hangingPunct="1">
              <a:lnSpc>
                <a:spcPct val="100000"/>
              </a:lnSpc>
              <a:spcBef>
                <a:spcPts val="800"/>
              </a:spcBef>
              <a:buFont typeface="Arial" panose="020B0604020202020204" pitchFamily="34" charset="0"/>
              <a:buChar char="•"/>
              <a:defRPr sz="1600" kern="1200">
                <a:solidFill>
                  <a:schemeClr val="tx1"/>
                </a:solidFill>
                <a:latin typeface="+mn-lt"/>
                <a:ea typeface="+mn-ea"/>
                <a:cs typeface="+mn-cs"/>
              </a:defRPr>
            </a:lvl3pPr>
            <a:lvl4pPr marL="75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4pPr>
            <a:lvl5pPr marL="93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5pPr>
            <a:lvl6pPr marL="93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6pPr>
            <a:lvl7pPr marL="936000" indent="-180000" algn="l" defTabSz="914400" rtl="0" eaLnBrk="1" latinLnBrk="0" hangingPunct="1">
              <a:lnSpc>
                <a:spcPct val="100000"/>
              </a:lnSpc>
              <a:spcBef>
                <a:spcPts val="800"/>
              </a:spcBef>
              <a:buFont typeface="Arial" panose="020B0604020202020204" pitchFamily="34" charset="0"/>
              <a:buChar char="•"/>
              <a:defRPr sz="1400" kern="1200" baseline="0">
                <a:solidFill>
                  <a:schemeClr val="tx1"/>
                </a:solidFill>
                <a:latin typeface="+mn-lt"/>
                <a:ea typeface="+mn-ea"/>
                <a:cs typeface="+mn-cs"/>
              </a:defRPr>
            </a:lvl7pPr>
            <a:lvl8pPr marL="93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8pPr>
            <a:lvl9pPr marL="936000" indent="-180000" algn="l" defTabSz="914400" rtl="0" eaLnBrk="1" latinLnBrk="0" hangingPunct="1">
              <a:lnSpc>
                <a:spcPct val="100000"/>
              </a:lnSpc>
              <a:spcBef>
                <a:spcPts val="800"/>
              </a:spcBef>
              <a:buFont typeface="Arial" panose="020B0604020202020204" pitchFamily="34" charset="0"/>
              <a:buChar char="•"/>
              <a:defRPr sz="1400" kern="1200" baseline="0">
                <a:solidFill>
                  <a:schemeClr val="tx1"/>
                </a:solidFill>
                <a:latin typeface="+mn-lt"/>
                <a:ea typeface="+mn-ea"/>
                <a:cs typeface="+mn-cs"/>
              </a:defRPr>
            </a:lvl9pPr>
          </a:lstStyle>
          <a:p>
            <a:r>
              <a:rPr lang="en-US" sz="3200" dirty="0"/>
              <a:t>Create a new repository in GitHub</a:t>
            </a:r>
          </a:p>
          <a:p>
            <a:r>
              <a:rPr lang="en-US" sz="3200" dirty="0"/>
              <a:t>Setup remote in your local git project</a:t>
            </a:r>
          </a:p>
          <a:p>
            <a:r>
              <a:rPr lang="en-US" sz="3200" dirty="0"/>
              <a:t>Push changes to GitHub</a:t>
            </a:r>
            <a:endParaRPr lang="lt-LT" sz="3200" dirty="0"/>
          </a:p>
        </p:txBody>
      </p:sp>
    </p:spTree>
    <p:extLst>
      <p:ext uri="{BB962C8B-B14F-4D97-AF65-F5344CB8AC3E}">
        <p14:creationId xmlns:p14="http://schemas.microsoft.com/office/powerpoint/2010/main" val="2891005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4224" y="481665"/>
            <a:ext cx="10671175" cy="1052240"/>
          </a:xfrm>
        </p:spPr>
        <p:txBody>
          <a:bodyPr/>
          <a:lstStyle/>
          <a:p>
            <a:r>
              <a:rPr lang="en-US" dirty="0"/>
              <a:t>Task</a:t>
            </a:r>
            <a:r>
              <a:rPr lang="lt-LT" dirty="0"/>
              <a:t> </a:t>
            </a:r>
            <a:r>
              <a:rPr lang="en-US" dirty="0"/>
              <a:t>#</a:t>
            </a:r>
            <a:r>
              <a:rPr lang="lt-LT" dirty="0"/>
              <a:t>5 </a:t>
            </a:r>
            <a:r>
              <a:rPr lang="lt-LT" dirty="0" err="1"/>
              <a:t>extra</a:t>
            </a:r>
            <a:r>
              <a:rPr lang="en-US" dirty="0"/>
              <a:t> (write in chat, we’ll try to find you a colleague)</a:t>
            </a:r>
            <a:endParaRPr lang="lt-LT" dirty="0"/>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46</a:t>
            </a:fld>
            <a:endParaRPr lang="en-GB" noProof="0" dirty="0"/>
          </a:p>
        </p:txBody>
      </p:sp>
      <p:sp>
        <p:nvSpPr>
          <p:cNvPr id="7" name="Content Placeholder 2">
            <a:extLst>
              <a:ext uri="{FF2B5EF4-FFF2-40B4-BE49-F238E27FC236}">
                <a16:creationId xmlns:a16="http://schemas.microsoft.com/office/drawing/2014/main" id="{236D5AD3-798D-4235-9534-A03E209C626B}"/>
              </a:ext>
            </a:extLst>
          </p:cNvPr>
          <p:cNvSpPr txBox="1">
            <a:spLocks/>
          </p:cNvSpPr>
          <p:nvPr/>
        </p:nvSpPr>
        <p:spPr>
          <a:xfrm>
            <a:off x="809624" y="1533905"/>
            <a:ext cx="10621963" cy="4310303"/>
          </a:xfrm>
          <a:prstGeom prst="rect">
            <a:avLst/>
          </a:prstGeom>
        </p:spPr>
        <p:txBody>
          <a:bodyPr vert="horz" lIns="0" tIns="0" rIns="0" bIns="0" rtlCol="0">
            <a:noAutofit/>
          </a:bodyPr>
          <a:lstStyle>
            <a:lvl1pPr marL="216000" indent="-216000" algn="l" defTabSz="914400" rtl="0" eaLnBrk="1" latinLnBrk="0" hangingPunct="1">
              <a:lnSpc>
                <a:spcPct val="100000"/>
              </a:lnSpc>
              <a:spcBef>
                <a:spcPts val="8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396000" indent="-1800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576000" indent="-180000" algn="l" defTabSz="914400" rtl="0" eaLnBrk="1" latinLnBrk="0" hangingPunct="1">
              <a:lnSpc>
                <a:spcPct val="100000"/>
              </a:lnSpc>
              <a:spcBef>
                <a:spcPts val="800"/>
              </a:spcBef>
              <a:buFont typeface="Arial" panose="020B0604020202020204" pitchFamily="34" charset="0"/>
              <a:buChar char="•"/>
              <a:defRPr sz="1600" kern="1200">
                <a:solidFill>
                  <a:schemeClr val="tx1"/>
                </a:solidFill>
                <a:latin typeface="+mn-lt"/>
                <a:ea typeface="+mn-ea"/>
                <a:cs typeface="+mn-cs"/>
              </a:defRPr>
            </a:lvl3pPr>
            <a:lvl4pPr marL="75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4pPr>
            <a:lvl5pPr marL="93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5pPr>
            <a:lvl6pPr marL="93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6pPr>
            <a:lvl7pPr marL="936000" indent="-180000" algn="l" defTabSz="914400" rtl="0" eaLnBrk="1" latinLnBrk="0" hangingPunct="1">
              <a:lnSpc>
                <a:spcPct val="100000"/>
              </a:lnSpc>
              <a:spcBef>
                <a:spcPts val="800"/>
              </a:spcBef>
              <a:buFont typeface="Arial" panose="020B0604020202020204" pitchFamily="34" charset="0"/>
              <a:buChar char="•"/>
              <a:defRPr sz="1400" kern="1200" baseline="0">
                <a:solidFill>
                  <a:schemeClr val="tx1"/>
                </a:solidFill>
                <a:latin typeface="+mn-lt"/>
                <a:ea typeface="+mn-ea"/>
                <a:cs typeface="+mn-cs"/>
              </a:defRPr>
            </a:lvl7pPr>
            <a:lvl8pPr marL="93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8pPr>
            <a:lvl9pPr marL="936000" indent="-180000" algn="l" defTabSz="914400" rtl="0" eaLnBrk="1" latinLnBrk="0" hangingPunct="1">
              <a:lnSpc>
                <a:spcPct val="100000"/>
              </a:lnSpc>
              <a:spcBef>
                <a:spcPts val="800"/>
              </a:spcBef>
              <a:buFont typeface="Arial" panose="020B0604020202020204" pitchFamily="34" charset="0"/>
              <a:buChar char="•"/>
              <a:defRPr sz="1400" kern="1200" baseline="0">
                <a:solidFill>
                  <a:schemeClr val="tx1"/>
                </a:solidFill>
                <a:latin typeface="+mn-lt"/>
                <a:ea typeface="+mn-ea"/>
                <a:cs typeface="+mn-cs"/>
              </a:defRPr>
            </a:lvl9pPr>
          </a:lstStyle>
          <a:p>
            <a:r>
              <a:rPr lang="en-US" sz="3200" dirty="0"/>
              <a:t>Fork your colleagues GitHub repo</a:t>
            </a:r>
          </a:p>
          <a:p>
            <a:r>
              <a:rPr lang="en-US" sz="3200" dirty="0"/>
              <a:t>Clone</a:t>
            </a:r>
          </a:p>
          <a:p>
            <a:r>
              <a:rPr lang="en-US" sz="3200" dirty="0"/>
              <a:t>Create a new branch from “master” in git bash –  “collaborate”</a:t>
            </a:r>
          </a:p>
          <a:p>
            <a:r>
              <a:rPr lang="en-US" sz="3200" dirty="0"/>
              <a:t>Change something</a:t>
            </a:r>
          </a:p>
          <a:p>
            <a:r>
              <a:rPr lang="en-US" sz="3200" dirty="0"/>
              <a:t>Push it to remote “collaborate” branch</a:t>
            </a:r>
          </a:p>
          <a:p>
            <a:r>
              <a:rPr lang="en-US" sz="3200" dirty="0"/>
              <a:t>Create a pull request</a:t>
            </a:r>
          </a:p>
          <a:p>
            <a:r>
              <a:rPr lang="en-US" sz="3200" dirty="0"/>
              <a:t>Ask colleague to review and merge pull request</a:t>
            </a:r>
            <a:endParaRPr lang="lt-LT" sz="3200" dirty="0"/>
          </a:p>
        </p:txBody>
      </p:sp>
    </p:spTree>
    <p:extLst>
      <p:ext uri="{BB962C8B-B14F-4D97-AF65-F5344CB8AC3E}">
        <p14:creationId xmlns:p14="http://schemas.microsoft.com/office/powerpoint/2010/main" val="11563079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 r="4"/>
          <a:stretch>
            <a:fillRect/>
          </a:stretch>
        </p:blipFill>
        <p:spPr/>
      </p:pic>
      <p:sp>
        <p:nvSpPr>
          <p:cNvPr id="7" name="Title 6"/>
          <p:cNvSpPr>
            <a:spLocks noGrp="1"/>
          </p:cNvSpPr>
          <p:nvPr>
            <p:ph type="ctrTitle"/>
          </p:nvPr>
        </p:nvSpPr>
        <p:spPr/>
        <p:txBody>
          <a:bodyPr/>
          <a:lstStyle/>
          <a:p>
            <a:r>
              <a:rPr lang="en-US" dirty="0"/>
              <a:t>Practice</a:t>
            </a:r>
            <a:br>
              <a:rPr lang="en-US" dirty="0"/>
            </a:br>
            <a:r>
              <a:rPr lang="en-US" dirty="0"/>
              <a:t>(part 2)</a:t>
            </a:r>
            <a:endParaRPr lang="en-GB" dirty="0"/>
          </a:p>
        </p:txBody>
      </p:sp>
      <p:sp>
        <p:nvSpPr>
          <p:cNvPr id="8" name="Subtitle 7"/>
          <p:cNvSpPr>
            <a:spLocks noGrp="1"/>
          </p:cNvSpPr>
          <p:nvPr>
            <p:ph type="subTitle" idx="1"/>
          </p:nvPr>
        </p:nvSpPr>
        <p:spPr/>
        <p:txBody>
          <a:bodyPr/>
          <a:lstStyle/>
          <a:p>
            <a:pPr>
              <a:buNone/>
            </a:pPr>
            <a:endParaRPr lang="en-GB" dirty="0"/>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24C8C45C-947F-4981-8B3F-4F32E973C901}" type="slidenum">
              <a:rPr lang="en-GB" smtClean="0"/>
              <a:pPr/>
              <a:t>47</a:t>
            </a:fld>
            <a:endParaRPr lang="en-GB" dirty="0"/>
          </a:p>
        </p:txBody>
      </p:sp>
    </p:spTree>
    <p:extLst>
      <p:ext uri="{BB962C8B-B14F-4D97-AF65-F5344CB8AC3E}">
        <p14:creationId xmlns:p14="http://schemas.microsoft.com/office/powerpoint/2010/main" val="16934562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4224" y="481665"/>
            <a:ext cx="10671175" cy="1052240"/>
          </a:xfrm>
        </p:spPr>
        <p:txBody>
          <a:bodyPr/>
          <a:lstStyle/>
          <a:p>
            <a:r>
              <a:rPr lang="en-US" dirty="0"/>
              <a:t>Task</a:t>
            </a:r>
            <a:r>
              <a:rPr lang="lt-LT" dirty="0"/>
              <a:t> </a:t>
            </a:r>
            <a:r>
              <a:rPr lang="en-US" dirty="0"/>
              <a:t>#7 (using </a:t>
            </a:r>
            <a:r>
              <a:rPr lang="en-US" dirty="0" err="1"/>
              <a:t>Intellij</a:t>
            </a:r>
            <a:r>
              <a:rPr lang="en-US" dirty="0"/>
              <a:t> IDE)</a:t>
            </a:r>
            <a:endParaRPr lang="lt-LT" dirty="0"/>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48</a:t>
            </a:fld>
            <a:endParaRPr lang="en-GB" noProof="0" dirty="0"/>
          </a:p>
        </p:txBody>
      </p:sp>
      <p:sp>
        <p:nvSpPr>
          <p:cNvPr id="7" name="Content Placeholder 2">
            <a:extLst>
              <a:ext uri="{FF2B5EF4-FFF2-40B4-BE49-F238E27FC236}">
                <a16:creationId xmlns:a16="http://schemas.microsoft.com/office/drawing/2014/main" id="{236D5AD3-798D-4235-9534-A03E209C626B}"/>
              </a:ext>
            </a:extLst>
          </p:cNvPr>
          <p:cNvSpPr txBox="1">
            <a:spLocks/>
          </p:cNvSpPr>
          <p:nvPr/>
        </p:nvSpPr>
        <p:spPr>
          <a:xfrm>
            <a:off x="788368" y="1533905"/>
            <a:ext cx="10621963" cy="4310303"/>
          </a:xfrm>
          <a:prstGeom prst="rect">
            <a:avLst/>
          </a:prstGeom>
        </p:spPr>
        <p:txBody>
          <a:bodyPr vert="horz" lIns="0" tIns="0" rIns="0" bIns="0" rtlCol="0">
            <a:noAutofit/>
          </a:bodyPr>
          <a:lstStyle>
            <a:lvl1pPr marL="216000" indent="-216000" algn="l" defTabSz="914400" rtl="0" eaLnBrk="1" latinLnBrk="0" hangingPunct="1">
              <a:lnSpc>
                <a:spcPct val="100000"/>
              </a:lnSpc>
              <a:spcBef>
                <a:spcPts val="8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396000" indent="-1800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576000" indent="-180000" algn="l" defTabSz="914400" rtl="0" eaLnBrk="1" latinLnBrk="0" hangingPunct="1">
              <a:lnSpc>
                <a:spcPct val="100000"/>
              </a:lnSpc>
              <a:spcBef>
                <a:spcPts val="800"/>
              </a:spcBef>
              <a:buFont typeface="Arial" panose="020B0604020202020204" pitchFamily="34" charset="0"/>
              <a:buChar char="•"/>
              <a:defRPr sz="1600" kern="1200">
                <a:solidFill>
                  <a:schemeClr val="tx1"/>
                </a:solidFill>
                <a:latin typeface="+mn-lt"/>
                <a:ea typeface="+mn-ea"/>
                <a:cs typeface="+mn-cs"/>
              </a:defRPr>
            </a:lvl3pPr>
            <a:lvl4pPr marL="75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4pPr>
            <a:lvl5pPr marL="93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5pPr>
            <a:lvl6pPr marL="93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6pPr>
            <a:lvl7pPr marL="936000" indent="-180000" algn="l" defTabSz="914400" rtl="0" eaLnBrk="1" latinLnBrk="0" hangingPunct="1">
              <a:lnSpc>
                <a:spcPct val="100000"/>
              </a:lnSpc>
              <a:spcBef>
                <a:spcPts val="800"/>
              </a:spcBef>
              <a:buFont typeface="Arial" panose="020B0604020202020204" pitchFamily="34" charset="0"/>
              <a:buChar char="•"/>
              <a:defRPr sz="1400" kern="1200" baseline="0">
                <a:solidFill>
                  <a:schemeClr val="tx1"/>
                </a:solidFill>
                <a:latin typeface="+mn-lt"/>
                <a:ea typeface="+mn-ea"/>
                <a:cs typeface="+mn-cs"/>
              </a:defRPr>
            </a:lvl7pPr>
            <a:lvl8pPr marL="93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8pPr>
            <a:lvl9pPr marL="936000" indent="-180000" algn="l" defTabSz="914400" rtl="0" eaLnBrk="1" latinLnBrk="0" hangingPunct="1">
              <a:lnSpc>
                <a:spcPct val="100000"/>
              </a:lnSpc>
              <a:spcBef>
                <a:spcPts val="800"/>
              </a:spcBef>
              <a:buFont typeface="Arial" panose="020B0604020202020204" pitchFamily="34" charset="0"/>
              <a:buChar char="•"/>
              <a:defRPr sz="1400" kern="1200" baseline="0">
                <a:solidFill>
                  <a:schemeClr val="tx1"/>
                </a:solidFill>
                <a:latin typeface="+mn-lt"/>
                <a:ea typeface="+mn-ea"/>
                <a:cs typeface="+mn-cs"/>
              </a:defRPr>
            </a:lvl9pPr>
          </a:lstStyle>
          <a:p>
            <a:r>
              <a:rPr lang="en-US" sz="3200" dirty="0"/>
              <a:t>Create a new “Hello world!” project in </a:t>
            </a:r>
            <a:r>
              <a:rPr lang="en-US" sz="3200" dirty="0" err="1"/>
              <a:t>Intellij</a:t>
            </a:r>
            <a:endParaRPr lang="en-US" sz="3200" dirty="0"/>
          </a:p>
          <a:p>
            <a:r>
              <a:rPr lang="en-US" sz="3200" dirty="0"/>
              <a:t>Run it!</a:t>
            </a:r>
          </a:p>
          <a:p>
            <a:r>
              <a:rPr lang="en-US" sz="3200" dirty="0"/>
              <a:t>Init git repo</a:t>
            </a:r>
          </a:p>
          <a:p>
            <a:r>
              <a:rPr lang="en-US" sz="3200" dirty="0"/>
              <a:t>Ignore compiled files including the directories they’re in</a:t>
            </a:r>
          </a:p>
          <a:p>
            <a:r>
              <a:rPr lang="en-US" sz="3200" dirty="0"/>
              <a:t>Commit changes</a:t>
            </a:r>
          </a:p>
          <a:p>
            <a:endParaRPr lang="lt-LT" sz="3200" dirty="0"/>
          </a:p>
        </p:txBody>
      </p:sp>
    </p:spTree>
    <p:extLst>
      <p:ext uri="{BB962C8B-B14F-4D97-AF65-F5344CB8AC3E}">
        <p14:creationId xmlns:p14="http://schemas.microsoft.com/office/powerpoint/2010/main" val="24800903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4224" y="481665"/>
            <a:ext cx="10671175" cy="1052240"/>
          </a:xfrm>
        </p:spPr>
        <p:txBody>
          <a:bodyPr/>
          <a:lstStyle/>
          <a:p>
            <a:r>
              <a:rPr lang="en-US" dirty="0"/>
              <a:t>Task</a:t>
            </a:r>
            <a:r>
              <a:rPr lang="lt-LT" dirty="0"/>
              <a:t> </a:t>
            </a:r>
            <a:r>
              <a:rPr lang="en-US" dirty="0"/>
              <a:t>#8 (using </a:t>
            </a:r>
            <a:r>
              <a:rPr lang="en-US" dirty="0" err="1"/>
              <a:t>Intellij</a:t>
            </a:r>
            <a:r>
              <a:rPr lang="en-US" dirty="0"/>
              <a:t> IDE)</a:t>
            </a:r>
            <a:endParaRPr lang="lt-LT" dirty="0"/>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49</a:t>
            </a:fld>
            <a:endParaRPr lang="en-GB" noProof="0" dirty="0"/>
          </a:p>
        </p:txBody>
      </p:sp>
      <p:sp>
        <p:nvSpPr>
          <p:cNvPr id="7" name="Content Placeholder 2">
            <a:extLst>
              <a:ext uri="{FF2B5EF4-FFF2-40B4-BE49-F238E27FC236}">
                <a16:creationId xmlns:a16="http://schemas.microsoft.com/office/drawing/2014/main" id="{236D5AD3-798D-4235-9534-A03E209C626B}"/>
              </a:ext>
            </a:extLst>
          </p:cNvPr>
          <p:cNvSpPr txBox="1">
            <a:spLocks/>
          </p:cNvSpPr>
          <p:nvPr/>
        </p:nvSpPr>
        <p:spPr>
          <a:xfrm>
            <a:off x="788368" y="1533905"/>
            <a:ext cx="10621963" cy="4310303"/>
          </a:xfrm>
          <a:prstGeom prst="rect">
            <a:avLst/>
          </a:prstGeom>
        </p:spPr>
        <p:txBody>
          <a:bodyPr vert="horz" lIns="0" tIns="0" rIns="0" bIns="0" rtlCol="0">
            <a:noAutofit/>
          </a:bodyPr>
          <a:lstStyle>
            <a:lvl1pPr marL="216000" indent="-216000" algn="l" defTabSz="914400" rtl="0" eaLnBrk="1" latinLnBrk="0" hangingPunct="1">
              <a:lnSpc>
                <a:spcPct val="100000"/>
              </a:lnSpc>
              <a:spcBef>
                <a:spcPts val="8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396000" indent="-1800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576000" indent="-180000" algn="l" defTabSz="914400" rtl="0" eaLnBrk="1" latinLnBrk="0" hangingPunct="1">
              <a:lnSpc>
                <a:spcPct val="100000"/>
              </a:lnSpc>
              <a:spcBef>
                <a:spcPts val="800"/>
              </a:spcBef>
              <a:buFont typeface="Arial" panose="020B0604020202020204" pitchFamily="34" charset="0"/>
              <a:buChar char="•"/>
              <a:defRPr sz="1600" kern="1200">
                <a:solidFill>
                  <a:schemeClr val="tx1"/>
                </a:solidFill>
                <a:latin typeface="+mn-lt"/>
                <a:ea typeface="+mn-ea"/>
                <a:cs typeface="+mn-cs"/>
              </a:defRPr>
            </a:lvl3pPr>
            <a:lvl4pPr marL="75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4pPr>
            <a:lvl5pPr marL="93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5pPr>
            <a:lvl6pPr marL="93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6pPr>
            <a:lvl7pPr marL="936000" indent="-180000" algn="l" defTabSz="914400" rtl="0" eaLnBrk="1" latinLnBrk="0" hangingPunct="1">
              <a:lnSpc>
                <a:spcPct val="100000"/>
              </a:lnSpc>
              <a:spcBef>
                <a:spcPts val="800"/>
              </a:spcBef>
              <a:buFont typeface="Arial" panose="020B0604020202020204" pitchFamily="34" charset="0"/>
              <a:buChar char="•"/>
              <a:defRPr sz="1400" kern="1200" baseline="0">
                <a:solidFill>
                  <a:schemeClr val="tx1"/>
                </a:solidFill>
                <a:latin typeface="+mn-lt"/>
                <a:ea typeface="+mn-ea"/>
                <a:cs typeface="+mn-cs"/>
              </a:defRPr>
            </a:lvl7pPr>
            <a:lvl8pPr marL="93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8pPr>
            <a:lvl9pPr marL="936000" indent="-180000" algn="l" defTabSz="914400" rtl="0" eaLnBrk="1" latinLnBrk="0" hangingPunct="1">
              <a:lnSpc>
                <a:spcPct val="100000"/>
              </a:lnSpc>
              <a:spcBef>
                <a:spcPts val="800"/>
              </a:spcBef>
              <a:buFont typeface="Arial" panose="020B0604020202020204" pitchFamily="34" charset="0"/>
              <a:buChar char="•"/>
              <a:defRPr sz="1400" kern="1200" baseline="0">
                <a:solidFill>
                  <a:schemeClr val="tx1"/>
                </a:solidFill>
                <a:latin typeface="+mn-lt"/>
                <a:ea typeface="+mn-ea"/>
                <a:cs typeface="+mn-cs"/>
              </a:defRPr>
            </a:lvl9pPr>
          </a:lstStyle>
          <a:p>
            <a:r>
              <a:rPr lang="en-US" sz="3200" dirty="0"/>
              <a:t>Create a new branch “feature”</a:t>
            </a:r>
          </a:p>
          <a:p>
            <a:r>
              <a:rPr lang="en-US" sz="3200" dirty="0"/>
              <a:t>Make some changes in that branch</a:t>
            </a:r>
          </a:p>
          <a:p>
            <a:r>
              <a:rPr lang="en-US" sz="3200" dirty="0"/>
              <a:t>Merge master with branch</a:t>
            </a:r>
          </a:p>
        </p:txBody>
      </p:sp>
    </p:spTree>
    <p:extLst>
      <p:ext uri="{BB962C8B-B14F-4D97-AF65-F5344CB8AC3E}">
        <p14:creationId xmlns:p14="http://schemas.microsoft.com/office/powerpoint/2010/main" val="38129965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4224" y="481665"/>
            <a:ext cx="10671175" cy="1052240"/>
          </a:xfrm>
        </p:spPr>
        <p:txBody>
          <a:bodyPr/>
          <a:lstStyle/>
          <a:p>
            <a:r>
              <a:rPr lang="en-US" dirty="0"/>
              <a:t>Task</a:t>
            </a:r>
            <a:r>
              <a:rPr lang="lt-LT" dirty="0"/>
              <a:t> </a:t>
            </a:r>
            <a:r>
              <a:rPr lang="en-US" dirty="0"/>
              <a:t>#9 (using </a:t>
            </a:r>
            <a:r>
              <a:rPr lang="en-US" dirty="0" err="1"/>
              <a:t>Intellij</a:t>
            </a:r>
            <a:r>
              <a:rPr lang="en-US" dirty="0"/>
              <a:t> IDE)</a:t>
            </a:r>
            <a:endParaRPr lang="lt-LT" dirty="0"/>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50</a:t>
            </a:fld>
            <a:endParaRPr lang="en-GB" noProof="0" dirty="0"/>
          </a:p>
        </p:txBody>
      </p:sp>
      <p:sp>
        <p:nvSpPr>
          <p:cNvPr id="7" name="Content Placeholder 2">
            <a:extLst>
              <a:ext uri="{FF2B5EF4-FFF2-40B4-BE49-F238E27FC236}">
                <a16:creationId xmlns:a16="http://schemas.microsoft.com/office/drawing/2014/main" id="{236D5AD3-798D-4235-9534-A03E209C626B}"/>
              </a:ext>
            </a:extLst>
          </p:cNvPr>
          <p:cNvSpPr txBox="1">
            <a:spLocks/>
          </p:cNvSpPr>
          <p:nvPr/>
        </p:nvSpPr>
        <p:spPr>
          <a:xfrm>
            <a:off x="788368" y="1533905"/>
            <a:ext cx="10621963" cy="4310303"/>
          </a:xfrm>
          <a:prstGeom prst="rect">
            <a:avLst/>
          </a:prstGeom>
        </p:spPr>
        <p:txBody>
          <a:bodyPr vert="horz" lIns="0" tIns="0" rIns="0" bIns="0" rtlCol="0">
            <a:noAutofit/>
          </a:bodyPr>
          <a:lstStyle>
            <a:lvl1pPr marL="216000" indent="-216000" algn="l" defTabSz="914400" rtl="0" eaLnBrk="1" latinLnBrk="0" hangingPunct="1">
              <a:lnSpc>
                <a:spcPct val="100000"/>
              </a:lnSpc>
              <a:spcBef>
                <a:spcPts val="8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396000" indent="-1800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576000" indent="-180000" algn="l" defTabSz="914400" rtl="0" eaLnBrk="1" latinLnBrk="0" hangingPunct="1">
              <a:lnSpc>
                <a:spcPct val="100000"/>
              </a:lnSpc>
              <a:spcBef>
                <a:spcPts val="800"/>
              </a:spcBef>
              <a:buFont typeface="Arial" panose="020B0604020202020204" pitchFamily="34" charset="0"/>
              <a:buChar char="•"/>
              <a:defRPr sz="1600" kern="1200">
                <a:solidFill>
                  <a:schemeClr val="tx1"/>
                </a:solidFill>
                <a:latin typeface="+mn-lt"/>
                <a:ea typeface="+mn-ea"/>
                <a:cs typeface="+mn-cs"/>
              </a:defRPr>
            </a:lvl3pPr>
            <a:lvl4pPr marL="75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4pPr>
            <a:lvl5pPr marL="93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5pPr>
            <a:lvl6pPr marL="93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6pPr>
            <a:lvl7pPr marL="936000" indent="-180000" algn="l" defTabSz="914400" rtl="0" eaLnBrk="1" latinLnBrk="0" hangingPunct="1">
              <a:lnSpc>
                <a:spcPct val="100000"/>
              </a:lnSpc>
              <a:spcBef>
                <a:spcPts val="800"/>
              </a:spcBef>
              <a:buFont typeface="Arial" panose="020B0604020202020204" pitchFamily="34" charset="0"/>
              <a:buChar char="•"/>
              <a:defRPr sz="1400" kern="1200" baseline="0">
                <a:solidFill>
                  <a:schemeClr val="tx1"/>
                </a:solidFill>
                <a:latin typeface="+mn-lt"/>
                <a:ea typeface="+mn-ea"/>
                <a:cs typeface="+mn-cs"/>
              </a:defRPr>
            </a:lvl7pPr>
            <a:lvl8pPr marL="93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8pPr>
            <a:lvl9pPr marL="936000" indent="-180000" algn="l" defTabSz="914400" rtl="0" eaLnBrk="1" latinLnBrk="0" hangingPunct="1">
              <a:lnSpc>
                <a:spcPct val="100000"/>
              </a:lnSpc>
              <a:spcBef>
                <a:spcPts val="800"/>
              </a:spcBef>
              <a:buFont typeface="Arial" panose="020B0604020202020204" pitchFamily="34" charset="0"/>
              <a:buChar char="•"/>
              <a:defRPr sz="1400" kern="1200" baseline="0">
                <a:solidFill>
                  <a:schemeClr val="tx1"/>
                </a:solidFill>
                <a:latin typeface="+mn-lt"/>
                <a:ea typeface="+mn-ea"/>
                <a:cs typeface="+mn-cs"/>
              </a:defRPr>
            </a:lvl9pPr>
          </a:lstStyle>
          <a:p>
            <a:r>
              <a:rPr lang="en-US" sz="3200" dirty="0"/>
              <a:t>Create a new branch “conflicts” from master</a:t>
            </a:r>
          </a:p>
          <a:p>
            <a:r>
              <a:rPr lang="en-US" sz="3200" dirty="0"/>
              <a:t>Create conflicting commits in master and new branch</a:t>
            </a:r>
          </a:p>
          <a:p>
            <a:r>
              <a:rPr lang="en-US" sz="3200" dirty="0"/>
              <a:t>Rebase master with branch (resolve conflict)</a:t>
            </a:r>
          </a:p>
        </p:txBody>
      </p:sp>
    </p:spTree>
    <p:extLst>
      <p:ext uri="{BB962C8B-B14F-4D97-AF65-F5344CB8AC3E}">
        <p14:creationId xmlns:p14="http://schemas.microsoft.com/office/powerpoint/2010/main" val="21997775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4224" y="481665"/>
            <a:ext cx="10671175" cy="1052240"/>
          </a:xfrm>
        </p:spPr>
        <p:txBody>
          <a:bodyPr/>
          <a:lstStyle/>
          <a:p>
            <a:r>
              <a:rPr lang="en-US" dirty="0"/>
              <a:t>Task</a:t>
            </a:r>
            <a:r>
              <a:rPr lang="lt-LT" dirty="0"/>
              <a:t> </a:t>
            </a:r>
            <a:r>
              <a:rPr lang="en-US" dirty="0"/>
              <a:t>#10 (using </a:t>
            </a:r>
            <a:r>
              <a:rPr lang="en-US" dirty="0" err="1"/>
              <a:t>Intellij</a:t>
            </a:r>
            <a:r>
              <a:rPr lang="en-US" dirty="0"/>
              <a:t> IDE)</a:t>
            </a:r>
            <a:endParaRPr lang="lt-LT" dirty="0"/>
          </a:p>
        </p:txBody>
      </p:sp>
      <p:sp>
        <p:nvSpPr>
          <p:cNvPr id="4" name="Date Placeholder 3"/>
          <p:cNvSpPr>
            <a:spLocks noGrp="1"/>
          </p:cNvSpPr>
          <p:nvPr>
            <p:ph type="dt" sz="half" idx="10"/>
          </p:nvPr>
        </p:nvSpPr>
        <p:spPr/>
        <p:txBody>
          <a:bodyPr/>
          <a:lstStyle/>
          <a:p>
            <a:endParaRPr lang="en-GB" noProof="0" dirty="0"/>
          </a:p>
        </p:txBody>
      </p:sp>
      <p:sp>
        <p:nvSpPr>
          <p:cNvPr id="5" name="Footer Placeholder 4"/>
          <p:cNvSpPr>
            <a:spLocks noGrp="1"/>
          </p:cNvSpPr>
          <p:nvPr>
            <p:ph type="ftr" sz="quarter" idx="11"/>
          </p:nvPr>
        </p:nvSpPr>
        <p:spPr/>
        <p:txBody>
          <a:bodyPr/>
          <a:lstStyle/>
          <a:p>
            <a:endParaRPr lang="en-GB" noProof="0" dirty="0"/>
          </a:p>
        </p:txBody>
      </p:sp>
      <p:sp>
        <p:nvSpPr>
          <p:cNvPr id="6" name="Slide Number Placeholder 5"/>
          <p:cNvSpPr>
            <a:spLocks noGrp="1"/>
          </p:cNvSpPr>
          <p:nvPr>
            <p:ph type="sldNum" sz="quarter" idx="12"/>
          </p:nvPr>
        </p:nvSpPr>
        <p:spPr/>
        <p:txBody>
          <a:bodyPr/>
          <a:lstStyle/>
          <a:p>
            <a:fld id="{859873C9-BF5D-4A9A-BB31-45BBB7BABAF7}" type="slidenum">
              <a:rPr lang="en-GB" noProof="0" smtClean="0"/>
              <a:t>51</a:t>
            </a:fld>
            <a:endParaRPr lang="en-GB" noProof="0" dirty="0"/>
          </a:p>
        </p:txBody>
      </p:sp>
      <p:sp>
        <p:nvSpPr>
          <p:cNvPr id="7" name="Content Placeholder 2">
            <a:extLst>
              <a:ext uri="{FF2B5EF4-FFF2-40B4-BE49-F238E27FC236}">
                <a16:creationId xmlns:a16="http://schemas.microsoft.com/office/drawing/2014/main" id="{236D5AD3-798D-4235-9534-A03E209C626B}"/>
              </a:ext>
            </a:extLst>
          </p:cNvPr>
          <p:cNvSpPr txBox="1">
            <a:spLocks/>
          </p:cNvSpPr>
          <p:nvPr/>
        </p:nvSpPr>
        <p:spPr>
          <a:xfrm>
            <a:off x="788368" y="1533905"/>
            <a:ext cx="10621963" cy="4310303"/>
          </a:xfrm>
          <a:prstGeom prst="rect">
            <a:avLst/>
          </a:prstGeom>
        </p:spPr>
        <p:txBody>
          <a:bodyPr vert="horz" lIns="0" tIns="0" rIns="0" bIns="0" rtlCol="0">
            <a:noAutofit/>
          </a:bodyPr>
          <a:lstStyle>
            <a:lvl1pPr marL="216000" indent="-216000" algn="l" defTabSz="914400" rtl="0" eaLnBrk="1" latinLnBrk="0" hangingPunct="1">
              <a:lnSpc>
                <a:spcPct val="100000"/>
              </a:lnSpc>
              <a:spcBef>
                <a:spcPts val="8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396000" indent="-1800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576000" indent="-180000" algn="l" defTabSz="914400" rtl="0" eaLnBrk="1" latinLnBrk="0" hangingPunct="1">
              <a:lnSpc>
                <a:spcPct val="100000"/>
              </a:lnSpc>
              <a:spcBef>
                <a:spcPts val="800"/>
              </a:spcBef>
              <a:buFont typeface="Arial" panose="020B0604020202020204" pitchFamily="34" charset="0"/>
              <a:buChar char="•"/>
              <a:defRPr sz="1600" kern="1200">
                <a:solidFill>
                  <a:schemeClr val="tx1"/>
                </a:solidFill>
                <a:latin typeface="+mn-lt"/>
                <a:ea typeface="+mn-ea"/>
                <a:cs typeface="+mn-cs"/>
              </a:defRPr>
            </a:lvl3pPr>
            <a:lvl4pPr marL="75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4pPr>
            <a:lvl5pPr marL="93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5pPr>
            <a:lvl6pPr marL="93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6pPr>
            <a:lvl7pPr marL="936000" indent="-180000" algn="l" defTabSz="914400" rtl="0" eaLnBrk="1" latinLnBrk="0" hangingPunct="1">
              <a:lnSpc>
                <a:spcPct val="100000"/>
              </a:lnSpc>
              <a:spcBef>
                <a:spcPts val="800"/>
              </a:spcBef>
              <a:buFont typeface="Arial" panose="020B0604020202020204" pitchFamily="34" charset="0"/>
              <a:buChar char="•"/>
              <a:defRPr sz="1400" kern="1200" baseline="0">
                <a:solidFill>
                  <a:schemeClr val="tx1"/>
                </a:solidFill>
                <a:latin typeface="+mn-lt"/>
                <a:ea typeface="+mn-ea"/>
                <a:cs typeface="+mn-cs"/>
              </a:defRPr>
            </a:lvl7pPr>
            <a:lvl8pPr marL="936000" indent="-180000" algn="l" defTabSz="914400" rtl="0" eaLnBrk="1" latinLnBrk="0" hangingPunct="1">
              <a:lnSpc>
                <a:spcPct val="100000"/>
              </a:lnSpc>
              <a:spcBef>
                <a:spcPts val="800"/>
              </a:spcBef>
              <a:buFont typeface="Arial" panose="020B0604020202020204" pitchFamily="34" charset="0"/>
              <a:buChar char="•"/>
              <a:defRPr sz="1400" kern="1200">
                <a:solidFill>
                  <a:schemeClr val="tx1"/>
                </a:solidFill>
                <a:latin typeface="+mn-lt"/>
                <a:ea typeface="+mn-ea"/>
                <a:cs typeface="+mn-cs"/>
              </a:defRPr>
            </a:lvl8pPr>
            <a:lvl9pPr marL="936000" indent="-180000" algn="l" defTabSz="914400" rtl="0" eaLnBrk="1" latinLnBrk="0" hangingPunct="1">
              <a:lnSpc>
                <a:spcPct val="100000"/>
              </a:lnSpc>
              <a:spcBef>
                <a:spcPts val="800"/>
              </a:spcBef>
              <a:buFont typeface="Arial" panose="020B0604020202020204" pitchFamily="34" charset="0"/>
              <a:buChar char="•"/>
              <a:defRPr sz="1400" kern="1200" baseline="0">
                <a:solidFill>
                  <a:schemeClr val="tx1"/>
                </a:solidFill>
                <a:latin typeface="+mn-lt"/>
                <a:ea typeface="+mn-ea"/>
                <a:cs typeface="+mn-cs"/>
              </a:defRPr>
            </a:lvl9pPr>
          </a:lstStyle>
          <a:p>
            <a:r>
              <a:rPr lang="en-US" sz="3200" dirty="0"/>
              <a:t>Share project on GitHub</a:t>
            </a:r>
          </a:p>
          <a:p>
            <a:r>
              <a:rPr lang="en-US" sz="3200" dirty="0"/>
              <a:t>Create some changes on a new branch</a:t>
            </a:r>
          </a:p>
          <a:p>
            <a:r>
              <a:rPr lang="en-US" sz="3200" dirty="0"/>
              <a:t>Create a pull request</a:t>
            </a:r>
          </a:p>
          <a:p>
            <a:r>
              <a:rPr lang="en-US" sz="3200" dirty="0"/>
              <a:t>Merge PR (in the browser)</a:t>
            </a:r>
          </a:p>
        </p:txBody>
      </p:sp>
    </p:spTree>
    <p:extLst>
      <p:ext uri="{BB962C8B-B14F-4D97-AF65-F5344CB8AC3E}">
        <p14:creationId xmlns:p14="http://schemas.microsoft.com/office/powerpoint/2010/main" val="1045564446"/>
      </p:ext>
    </p:extLst>
  </p:cSld>
  <p:clrMapOvr>
    <a:masterClrMapping/>
  </p:clrMapOvr>
</p:sld>
</file>

<file path=ppt/theme/theme1.xml><?xml version="1.0" encoding="utf-8"?>
<a:theme xmlns:a="http://schemas.openxmlformats.org/drawingml/2006/main" name="Blank">
  <a:themeElements>
    <a:clrScheme name="Swedbank">
      <a:dk1>
        <a:srgbClr val="512B2B"/>
      </a:dk1>
      <a:lt1>
        <a:sysClr val="window" lastClr="FFFFFF"/>
      </a:lt1>
      <a:dk2>
        <a:srgbClr val="000000"/>
      </a:dk2>
      <a:lt2>
        <a:srgbClr val="FFFFFF"/>
      </a:lt2>
      <a:accent1>
        <a:srgbClr val="EE7023"/>
      </a:accent1>
      <a:accent2>
        <a:srgbClr val="FDC129"/>
      </a:accent2>
      <a:accent3>
        <a:srgbClr val="31A3AE"/>
      </a:accent3>
      <a:accent4>
        <a:srgbClr val="C5569A"/>
      </a:accent4>
      <a:accent5>
        <a:srgbClr val="D4B8A3"/>
      </a:accent5>
      <a:accent6>
        <a:srgbClr val="8ACDC3"/>
      </a:accent6>
      <a:hlink>
        <a:srgbClr val="EE7023"/>
      </a:hlink>
      <a:folHlink>
        <a:srgbClr val="FDC129"/>
      </a:folHlink>
    </a:clrScheme>
    <a:fontScheme name="Skabelondesign 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rtlCol="0" anchor="ctr"/>
      <a:lstStyle>
        <a:defPPr algn="ctr">
          <a:spcBef>
            <a:spcPts val="600"/>
          </a:spcBef>
          <a:defRPr sz="2000" noProof="0" dirty="0" err="1"/>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spcBef>
            <a:spcPts val="600"/>
          </a:spcBef>
          <a:defRPr sz="2000" dirty="0" err="1"/>
        </a:defPPr>
      </a:lstStyle>
    </a:txDef>
  </a:objectDefaults>
  <a:extraClrSchemeLst/>
  <a:extLst>
    <a:ext uri="{05A4C25C-085E-4340-85A3-A5531E510DB2}">
      <thm15:themeFamily xmlns:thm15="http://schemas.microsoft.com/office/thememl/2012/main" name="Blank.potx" id="{D2C6DCFF-3379-4384-8467-5400BD310D4A}" vid="{9BE18BBA-6D64-425E-81B7-8AF6B2C00DA8}"/>
    </a:ext>
  </a:extLst>
</a:theme>
</file>

<file path=ppt/theme/theme2.xml><?xml version="1.0" encoding="utf-8"?>
<a:theme xmlns:a="http://schemas.openxmlformats.org/drawingml/2006/main" name="Office-tema">
  <a:themeElements>
    <a:clrScheme name="Swedbank">
      <a:dk1>
        <a:srgbClr val="512B2B"/>
      </a:dk1>
      <a:lt1>
        <a:sysClr val="window" lastClr="FFFFFF"/>
      </a:lt1>
      <a:dk2>
        <a:srgbClr val="000000"/>
      </a:dk2>
      <a:lt2>
        <a:srgbClr val="FFFFFF"/>
      </a:lt2>
      <a:accent1>
        <a:srgbClr val="EE7023"/>
      </a:accent1>
      <a:accent2>
        <a:srgbClr val="FDC129"/>
      </a:accent2>
      <a:accent3>
        <a:srgbClr val="31A3AE"/>
      </a:accent3>
      <a:accent4>
        <a:srgbClr val="C5569A"/>
      </a:accent4>
      <a:accent5>
        <a:srgbClr val="D4B8A3"/>
      </a:accent5>
      <a:accent6>
        <a:srgbClr val="8ACDC3"/>
      </a:accent6>
      <a:hlink>
        <a:srgbClr val="EE7023"/>
      </a:hlink>
      <a:folHlink>
        <a:srgbClr val="FDC129"/>
      </a:folHlink>
    </a:clrScheme>
    <a:fontScheme name="Skabelondesign Arial">
      <a:majorFont>
        <a:latin typeface="Arial"/>
        <a:ea typeface=""/>
        <a:cs typeface=""/>
      </a:majorFont>
      <a:minorFont>
        <a:latin typeface="Arial"/>
        <a:ea typeface=""/>
        <a:cs typeface=""/>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wedbank">
      <a:dk1>
        <a:srgbClr val="512B2B"/>
      </a:dk1>
      <a:lt1>
        <a:sysClr val="window" lastClr="FFFFFF"/>
      </a:lt1>
      <a:dk2>
        <a:srgbClr val="000000"/>
      </a:dk2>
      <a:lt2>
        <a:srgbClr val="FFFFFF"/>
      </a:lt2>
      <a:accent1>
        <a:srgbClr val="EE7023"/>
      </a:accent1>
      <a:accent2>
        <a:srgbClr val="FDC129"/>
      </a:accent2>
      <a:accent3>
        <a:srgbClr val="31A3AE"/>
      </a:accent3>
      <a:accent4>
        <a:srgbClr val="C5569A"/>
      </a:accent4>
      <a:accent5>
        <a:srgbClr val="D4B8A3"/>
      </a:accent5>
      <a:accent6>
        <a:srgbClr val="8ACDC3"/>
      </a:accent6>
      <a:hlink>
        <a:srgbClr val="EE7023"/>
      </a:hlink>
      <a:folHlink>
        <a:srgbClr val="FDC129"/>
      </a:folHlink>
    </a:clrScheme>
    <a:fontScheme name="Skabelondesign 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9ED4169A17A9943A0C4D616F29F7EA9" ma:contentTypeVersion="2" ma:contentTypeDescription="Create a new document." ma:contentTypeScope="" ma:versionID="ee2590c771e3efcf6e927d932d0f80bf">
  <xsd:schema xmlns:xsd="http://www.w3.org/2001/XMLSchema" xmlns:xs="http://www.w3.org/2001/XMLSchema" xmlns:p="http://schemas.microsoft.com/office/2006/metadata/properties" xmlns:ns2="6ed449f5-9e03-46ec-8941-bbdaa84be2a0" targetNamespace="http://schemas.microsoft.com/office/2006/metadata/properties" ma:root="true" ma:fieldsID="14228b68809949e600f8d74e51d27844" ns2:_="">
    <xsd:import namespace="6ed449f5-9e03-46ec-8941-bbdaa84be2a0"/>
    <xsd:element name="properties">
      <xsd:complexType>
        <xsd:sequence>
          <xsd:element name="documentManagement">
            <xsd:complexType>
              <xsd:all>
                <xsd:element ref="ns2:SharedWithUsers" minOccurs="0"/>
                <xsd:element ref="ns2: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d449f5-9e03-46ec-8941-bbdaa84be2a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ED6C778-C4AA-4A66-B6B5-60690C5199CD}">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C98144AE-B0E9-4A9D-8BA0-7C7CD27128C4}">
  <ds:schemaRefs>
    <ds:schemaRef ds:uri="http://schemas.microsoft.com/sharepoint/v3/contenttype/forms"/>
  </ds:schemaRefs>
</ds:datastoreItem>
</file>

<file path=customXml/itemProps3.xml><?xml version="1.0" encoding="utf-8"?>
<ds:datastoreItem xmlns:ds="http://schemas.openxmlformats.org/officeDocument/2006/customXml" ds:itemID="{C9AC8E36-112B-4773-8318-FE4A82DF39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ed449f5-9e03-46ec-8941-bbdaa84be2a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blank</Template>
  <TotalTime>6627</TotalTime>
  <Words>1629</Words>
  <Application>Microsoft Office PowerPoint</Application>
  <PresentationFormat>Widescreen</PresentationFormat>
  <Paragraphs>322</Paragraphs>
  <Slides>51</Slides>
  <Notes>51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51</vt:i4>
      </vt:variant>
    </vt:vector>
  </HeadingPairs>
  <TitlesOfParts>
    <vt:vector size="56" baseType="lpstr">
      <vt:lpstr>Arial</vt:lpstr>
      <vt:lpstr>Arial Unicode MS</vt:lpstr>
      <vt:lpstr>Symbol</vt:lpstr>
      <vt:lpstr>Wingdings 2</vt:lpstr>
      <vt:lpstr>Blank</vt:lpstr>
      <vt:lpstr>GIT basics</vt:lpstr>
      <vt:lpstr>Agenda</vt:lpstr>
      <vt:lpstr>1. What is git?</vt:lpstr>
      <vt:lpstr>What is git?</vt:lpstr>
      <vt:lpstr>What is version control?</vt:lpstr>
      <vt:lpstr>What is git?</vt:lpstr>
      <vt:lpstr>What is git?</vt:lpstr>
      <vt:lpstr>2. How does git work?</vt:lpstr>
      <vt:lpstr>Snapshots, Not Differences</vt:lpstr>
      <vt:lpstr>The Three States</vt:lpstr>
      <vt:lpstr>Commit</vt:lpstr>
      <vt:lpstr>Repositories</vt:lpstr>
      <vt:lpstr>Branching</vt:lpstr>
      <vt:lpstr>Merging</vt:lpstr>
      <vt:lpstr>Rebasing</vt:lpstr>
      <vt:lpstr>Git workflow</vt:lpstr>
      <vt:lpstr>Semantic Commit Messages</vt:lpstr>
      <vt:lpstr>3. Install git and create a GitHub account</vt:lpstr>
      <vt:lpstr>Install git</vt:lpstr>
      <vt:lpstr>Create GitHub account</vt:lpstr>
      <vt:lpstr>Git basics</vt:lpstr>
      <vt:lpstr>Configure Tooling</vt:lpstr>
      <vt:lpstr>Create Repositories</vt:lpstr>
      <vt:lpstr>Make changes</vt:lpstr>
      <vt:lpstr>Undoing Things</vt:lpstr>
      <vt:lpstr>History</vt:lpstr>
      <vt:lpstr>Group Changes</vt:lpstr>
      <vt:lpstr>Group Changes</vt:lpstr>
      <vt:lpstr>Group Changes</vt:lpstr>
      <vt:lpstr>Remotes</vt:lpstr>
      <vt:lpstr>Synchronize Changes</vt:lpstr>
      <vt:lpstr>PowerPoint Presentation</vt:lpstr>
      <vt:lpstr>Synchronize Changes</vt:lpstr>
      <vt:lpstr>Useful stuff</vt:lpstr>
      <vt:lpstr>.gitignore</vt:lpstr>
      <vt:lpstr>Useful links</vt:lpstr>
      <vt:lpstr>Thank you! Questions?</vt:lpstr>
      <vt:lpstr>Practice (part 1)</vt:lpstr>
      <vt:lpstr>Task #0</vt:lpstr>
      <vt:lpstr>Task #1</vt:lpstr>
      <vt:lpstr>Task #2</vt:lpstr>
      <vt:lpstr>Task #3</vt:lpstr>
      <vt:lpstr>Task #4</vt:lpstr>
      <vt:lpstr>Task #4 extra</vt:lpstr>
      <vt:lpstr>Task #5</vt:lpstr>
      <vt:lpstr>Task #5 extra (write in chat, we’ll try to find you a colleague)</vt:lpstr>
      <vt:lpstr>Practice (part 2)</vt:lpstr>
      <vt:lpstr>Task #7 (using Intellij IDE)</vt:lpstr>
      <vt:lpstr>Task #8 (using Intellij IDE)</vt:lpstr>
      <vt:lpstr>Task #9 (using Intellij IDE)</vt:lpstr>
      <vt:lpstr>Task #10 (using Intellij IDE)</vt:lpstr>
    </vt:vector>
  </TitlesOfParts>
  <Company>Swedbank AB (publ)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 pagrindai</dc:title>
  <dc:creator>Andrius Ragelis</dc:creator>
  <cp:lastModifiedBy>sidla</cp:lastModifiedBy>
  <cp:revision>166</cp:revision>
  <dcterms:created xsi:type="dcterms:W3CDTF">2019-01-10T08:53:19Z</dcterms:created>
  <dcterms:modified xsi:type="dcterms:W3CDTF">2021-02-03T14:28:34Z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by">
    <vt:lpwstr>www.skabelondesign.dk</vt:lpwstr>
  </property>
  <property fmtid="{D5CDD505-2E9C-101B-9397-08002B2CF9AE}" pid="3" name="ContentTypeId">
    <vt:lpwstr>0x01010019ED4169A17A9943A0C4D616F29F7EA9</vt:lpwstr>
  </property>
</Properties>
</file>